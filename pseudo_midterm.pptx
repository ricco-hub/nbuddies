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7" r:id="rId4"/>
    <p:sldId id="265" r:id="rId5"/>
    <p:sldId id="262" r:id="rId6"/>
    <p:sldId id="264" r:id="rId7"/>
    <p:sldId id="263" r:id="rId8"/>
    <p:sldId id="268" r:id="rId9"/>
    <p:sldId id="266" r:id="rId10"/>
    <p:sldId id="25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345" autoAdjust="0"/>
  </p:normalViewPr>
  <p:slideViewPr>
    <p:cSldViewPr snapToGrid="0">
      <p:cViewPr varScale="1">
        <p:scale>
          <a:sx n="50" d="100"/>
          <a:sy n="50" d="100"/>
        </p:scale>
        <p:origin x="12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9628CD-3FAA-44EF-8F65-E585175C2004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0E1A25-F149-447D-95C3-AE4E88FB5E01}">
      <dgm:prSet custT="1"/>
      <dgm:spPr/>
      <dgm:t>
        <a:bodyPr/>
        <a:lstStyle/>
        <a:p>
          <a:r>
            <a:rPr lang="en-US" sz="1800" dirty="0">
              <a:latin typeface="Simplified Arabic Fixed" panose="02070309020205020404" pitchFamily="49" charset="-78"/>
              <a:cs typeface="Simplified Arabic Fixed" panose="02070309020205020404" pitchFamily="49" charset="-78"/>
            </a:rPr>
            <a:t>binary</a:t>
          </a:r>
        </a:p>
      </dgm:t>
    </dgm:pt>
    <dgm:pt modelId="{7DC484FE-B27C-4EF3-8A9D-9EAF6F094057}" type="parTrans" cxnId="{87C80BDB-2402-40F8-9858-D2752FE3B6B9}">
      <dgm:prSet/>
      <dgm:spPr/>
      <dgm:t>
        <a:bodyPr/>
        <a:lstStyle/>
        <a:p>
          <a:endParaRPr lang="en-US"/>
        </a:p>
      </dgm:t>
    </dgm:pt>
    <dgm:pt modelId="{DF577D16-BF6A-436E-B9C3-4ECDAA716BE0}" type="sibTrans" cxnId="{87C80BDB-2402-40F8-9858-D2752FE3B6B9}">
      <dgm:prSet/>
      <dgm:spPr/>
      <dgm:t>
        <a:bodyPr/>
        <a:lstStyle/>
        <a:p>
          <a:endParaRPr lang="en-US"/>
        </a:p>
      </dgm:t>
    </dgm:pt>
    <dgm:pt modelId="{5E235E81-9448-4CAF-A25D-6FF20B34A42F}">
      <dgm:prSet custT="1"/>
      <dgm:spPr/>
      <dgm:t>
        <a:bodyPr/>
        <a:lstStyle/>
        <a:p>
          <a:r>
            <a:rPr lang="en-US" sz="1800" dirty="0" err="1">
              <a:latin typeface="Simplified Arabic Fixed" panose="02070309020205020404" pitchFamily="49" charset="-78"/>
              <a:cs typeface="Simplified Arabic Fixed" panose="02070309020205020404" pitchFamily="49" charset="-78"/>
            </a:rPr>
            <a:t>visualize_evolution</a:t>
          </a:r>
          <a:endParaRPr lang="en-US" sz="2400" dirty="0">
            <a:latin typeface="Simplified Arabic Fixed" panose="02070309020205020404" pitchFamily="49" charset="-78"/>
            <a:cs typeface="Simplified Arabic Fixed" panose="02070309020205020404" pitchFamily="49" charset="-78"/>
          </a:endParaRPr>
        </a:p>
      </dgm:t>
    </dgm:pt>
    <dgm:pt modelId="{0EC5DE8B-B130-4CAB-AE81-631D65471EE8}" type="parTrans" cxnId="{99358364-1CB2-4DB8-A961-5CA8CFF8AF67}">
      <dgm:prSet/>
      <dgm:spPr/>
      <dgm:t>
        <a:bodyPr/>
        <a:lstStyle/>
        <a:p>
          <a:endParaRPr lang="en-US"/>
        </a:p>
      </dgm:t>
    </dgm:pt>
    <dgm:pt modelId="{3E9E0B2A-F4A2-4338-9E08-4B1289AFEA18}" type="sibTrans" cxnId="{99358364-1CB2-4DB8-A961-5CA8CFF8AF6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FE70B604-0A66-4E0E-A5B3-8449D9CA270E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m:oMathPara>
              </a14:m>
              <a:endParaRPr lang="en-US" sz="1600" dirty="0"/>
            </a:p>
          </dgm:t>
        </dgm:pt>
      </mc:Choice>
      <mc:Fallback>
        <dgm:pt modelId="{FE70B604-0A66-4E0E-A5B3-8449D9CA270E}">
          <dgm:prSet custT="1"/>
          <dgm:spPr/>
          <dgm:t>
            <a:bodyPr/>
            <a:lstStyle/>
            <a:p>
              <a:pPr/>
              <a:r>
                <a:rPr lang="en-US" sz="1600" i="0" dirty="0">
                  <a:latin typeface="Cambria Math" panose="02040503050406030204" pitchFamily="18" charset="0"/>
                </a:rPr>
                <a:t>𝑁=5</a:t>
              </a:r>
              <a:endParaRPr lang="en-US" sz="1600" dirty="0"/>
            </a:p>
          </dgm:t>
        </dgm:pt>
      </mc:Fallback>
    </mc:AlternateContent>
    <dgm:pt modelId="{5F826DF2-FF77-4411-AAC5-BACAEAD932AE}" type="parTrans" cxnId="{6455DFF3-7033-4D6D-B3D8-5B129547295D}">
      <dgm:prSet/>
      <dgm:spPr/>
      <dgm:t>
        <a:bodyPr/>
        <a:lstStyle/>
        <a:p>
          <a:endParaRPr lang="en-US"/>
        </a:p>
      </dgm:t>
    </dgm:pt>
    <dgm:pt modelId="{5C5B9547-0E01-4AA0-8986-4C47CC17B1EC}" type="sibTrans" cxnId="{6455DFF3-7033-4D6D-B3D8-5B129547295D}">
      <dgm:prSet/>
      <dgm:spPr/>
      <dgm:t>
        <a:bodyPr/>
        <a:lstStyle/>
        <a:p>
          <a:endParaRPr lang="en-US"/>
        </a:p>
      </dgm:t>
    </dgm:pt>
    <dgm:pt modelId="{FB551AD5-079F-4BF1-B57C-9D6B966E86D3}">
      <dgm:prSet custT="1"/>
      <dgm:spPr/>
      <dgm:t>
        <a:bodyPr/>
        <a:lstStyle/>
        <a:p>
          <a:r>
            <a:rPr lang="en-US" sz="1600" dirty="0"/>
            <a:t>BHT</a:t>
          </a:r>
        </a:p>
      </dgm:t>
    </dgm:pt>
    <dgm:pt modelId="{2F48114E-1F1A-48F3-B09A-C09B870E067C}" type="parTrans" cxnId="{3ACE3EEE-AA43-4DE2-812B-7B005EE5A290}">
      <dgm:prSet/>
      <dgm:spPr/>
      <dgm:t>
        <a:bodyPr/>
        <a:lstStyle/>
        <a:p>
          <a:endParaRPr lang="en-US"/>
        </a:p>
      </dgm:t>
    </dgm:pt>
    <dgm:pt modelId="{6C2C1593-6D9E-4775-BE6D-5487EDD74A30}" type="sibTrans" cxnId="{3ACE3EEE-AA43-4DE2-812B-7B005EE5A290}">
      <dgm:prSet/>
      <dgm:spPr/>
      <dgm:t>
        <a:bodyPr/>
        <a:lstStyle/>
        <a:p>
          <a:endParaRPr lang="en-US"/>
        </a:p>
      </dgm:t>
    </dgm:pt>
    <dgm:pt modelId="{24B5DBE8-B309-4C05-898B-02F88BDCCE9E}">
      <dgm:prSet custT="1"/>
      <dgm:spPr/>
      <dgm:t>
        <a:bodyPr/>
        <a:lstStyle/>
        <a:p>
          <a:r>
            <a:rPr lang="en-US" sz="1600" dirty="0"/>
            <a:t>Plummer conditions</a:t>
          </a:r>
        </a:p>
      </dgm:t>
    </dgm:pt>
    <dgm:pt modelId="{9152D983-F1DF-42EB-BFAC-53EC04E3133E}" type="parTrans" cxnId="{06028EC6-30A4-44B2-BC55-64452C938339}">
      <dgm:prSet/>
      <dgm:spPr/>
      <dgm:t>
        <a:bodyPr/>
        <a:lstStyle/>
        <a:p>
          <a:endParaRPr lang="en-US"/>
        </a:p>
      </dgm:t>
    </dgm:pt>
    <dgm:pt modelId="{57C69E69-6D46-44AC-A933-358E8F378565}" type="sibTrans" cxnId="{06028EC6-30A4-44B2-BC55-64452C938339}">
      <dgm:prSet/>
      <dgm:spPr/>
      <dgm:t>
        <a:bodyPr/>
        <a:lstStyle/>
        <a:p>
          <a:endParaRPr lang="en-US"/>
        </a:p>
      </dgm:t>
    </dgm:pt>
    <dgm:pt modelId="{C5F9A213-973C-402F-983D-AD15C79CED5A}">
      <dgm:prSet custT="1"/>
      <dgm:spPr/>
      <dgm:t>
        <a:bodyPr/>
        <a:lstStyle/>
        <a:p>
          <a:r>
            <a:rPr lang="en-US" sz="1600" dirty="0"/>
            <a:t>Brute force</a:t>
          </a:r>
        </a:p>
      </dgm:t>
    </dgm:pt>
    <dgm:pt modelId="{763BF84C-5125-495C-97BD-C0EEA5989675}" type="parTrans" cxnId="{29E874D5-0CCD-4A94-914A-14E88AFE66FC}">
      <dgm:prSet/>
      <dgm:spPr/>
      <dgm:t>
        <a:bodyPr/>
        <a:lstStyle/>
        <a:p>
          <a:endParaRPr lang="en-US"/>
        </a:p>
      </dgm:t>
    </dgm:pt>
    <dgm:pt modelId="{237F5A2F-D2C6-494B-9A48-F7BCBD4D0CC3}" type="sibTrans" cxnId="{29E874D5-0CCD-4A94-914A-14E88AFE66FC}">
      <dgm:prSet/>
      <dgm:spPr/>
      <dgm:t>
        <a:bodyPr/>
        <a:lstStyle/>
        <a:p>
          <a:endParaRPr lang="en-US"/>
        </a:p>
      </dgm:t>
    </dgm:pt>
    <dgm:pt modelId="{6580B9CD-2EB7-4B79-A03E-E1B9E1DCEDE0}">
      <dgm:prSet custT="1"/>
      <dgm:spPr/>
      <dgm:t>
        <a:bodyPr/>
        <a:lstStyle/>
        <a:p>
          <a:r>
            <a:rPr lang="en-US" sz="1600" dirty="0"/>
            <a:t>BHT</a:t>
          </a:r>
        </a:p>
      </dgm:t>
    </dgm:pt>
    <dgm:pt modelId="{A5D8532A-0BE5-4C48-911D-B02AB335D8DD}" type="parTrans" cxnId="{456CCFCA-13E1-4425-9CED-0990AFED257D}">
      <dgm:prSet/>
      <dgm:spPr/>
      <dgm:t>
        <a:bodyPr/>
        <a:lstStyle/>
        <a:p>
          <a:endParaRPr lang="en-US"/>
        </a:p>
      </dgm:t>
    </dgm:pt>
    <dgm:pt modelId="{D7FCA8EB-DB96-4004-A662-448006569915}" type="sibTrans" cxnId="{456CCFCA-13E1-4425-9CED-0990AFED257D}">
      <dgm:prSet/>
      <dgm:spPr/>
      <dgm:t>
        <a:bodyPr/>
        <a:lstStyle/>
        <a:p>
          <a:endParaRPr lang="en-US"/>
        </a:p>
      </dgm:t>
    </dgm:pt>
    <dgm:pt modelId="{CFE1E705-2E2B-47EE-ADD5-E8E9F52EF09B}">
      <dgm:prSet custT="1"/>
      <dgm:spPr/>
      <dgm:t>
        <a:bodyPr/>
        <a:lstStyle/>
        <a:p>
          <a:r>
            <a:rPr lang="en-US" sz="1600" dirty="0"/>
            <a:t>Plummer conditions</a:t>
          </a:r>
        </a:p>
      </dgm:t>
    </dgm:pt>
    <dgm:pt modelId="{2D6CA707-5AC7-4836-A77F-68A67CE42F9A}" type="parTrans" cxnId="{6D47B680-158D-4B2D-863F-6C3DA653CC97}">
      <dgm:prSet/>
      <dgm:spPr/>
      <dgm:t>
        <a:bodyPr/>
        <a:lstStyle/>
        <a:p>
          <a:endParaRPr lang="en-US"/>
        </a:p>
      </dgm:t>
    </dgm:pt>
    <dgm:pt modelId="{540A613A-7756-4A40-9DC7-3DEC4BC7C8FD}" type="sibTrans" cxnId="{6D47B680-158D-4B2D-863F-6C3DA653CC9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D34441D8-1014-4218-A4A0-7B8A68FE95E9}">
          <dgm:prSet custT="1"/>
          <dgm:spPr/>
          <dgm:t>
            <a:bodyPr/>
            <a:lstStyle/>
            <a:p>
              <a:pPr/>
              <a:r>
                <a:rPr lang="en-US" sz="1600" dirty="0"/>
                <a:t>Mass ratio </a:t>
              </a:r>
              <a14:m>
                <m:oMath xmlns:m="http://schemas.openxmlformats.org/officeDocument/2006/math">
                  <m:r>
                    <a:rPr lang="en-US" sz="1600" b="0" i="1" smtClean="0">
                      <a:latin typeface="Cambria Math" panose="02040503050406030204" pitchFamily="18" charset="0"/>
                    </a:rPr>
                    <m:t>=0.03</m:t>
                  </m:r>
                </m:oMath>
              </a14:m>
              <a:endParaRPr lang="en-US" sz="1600" dirty="0"/>
            </a:p>
          </dgm:t>
        </dgm:pt>
      </mc:Choice>
      <mc:Fallback>
        <dgm:pt modelId="{D34441D8-1014-4218-A4A0-7B8A68FE95E9}">
          <dgm:prSet custT="1"/>
          <dgm:spPr/>
          <dgm:t>
            <a:bodyPr/>
            <a:lstStyle/>
            <a:p>
              <a:pPr/>
              <a:r>
                <a:rPr lang="en-US" sz="1600" dirty="0"/>
                <a:t>Mass ratio </a:t>
              </a:r>
              <a:r>
                <a:rPr lang="en-US" sz="1600" b="0" i="0">
                  <a:latin typeface="Cambria Math" panose="02040503050406030204" pitchFamily="18" charset="0"/>
                </a:rPr>
                <a:t>=0.03</a:t>
              </a:r>
              <a:endParaRPr lang="en-US" sz="1600" dirty="0"/>
            </a:p>
          </dgm:t>
        </dgm:pt>
      </mc:Fallback>
    </mc:AlternateContent>
    <dgm:pt modelId="{A199AFFC-1AA6-4D0C-AEC8-1BC0895A08EB}" type="parTrans" cxnId="{327FF7DB-B368-4C4F-B6C3-F9A85F1A4C43}">
      <dgm:prSet/>
      <dgm:spPr/>
      <dgm:t>
        <a:bodyPr/>
        <a:lstStyle/>
        <a:p>
          <a:endParaRPr lang="en-US"/>
        </a:p>
      </dgm:t>
    </dgm:pt>
    <dgm:pt modelId="{E2748629-0DAC-4D24-8F19-A6F7787417E5}" type="sibTrans" cxnId="{327FF7DB-B368-4C4F-B6C3-F9A85F1A4C43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EEC95042-EB7D-44E1-BB3B-E5841F7D397C}">
          <dgm:prSet custT="1"/>
          <dgm:spPr/>
          <dgm:t>
            <a:bodyPr/>
            <a:lstStyle/>
            <a:p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=0.15</m:t>
                    </m:r>
                  </m:oMath>
                </m:oMathPara>
              </a14:m>
              <a:endParaRPr lang="en-US" sz="1600" dirty="0"/>
            </a:p>
          </dgm:t>
        </dgm:pt>
      </mc:Choice>
      <mc:Fallback>
        <dgm:pt modelId="{EEC95042-EB7D-44E1-BB3B-E5841F7D397C}">
          <dgm:prSet custT="1"/>
          <dgm:spPr/>
          <dgm:t>
            <a:bodyPr/>
            <a:lstStyle/>
            <a:p>
              <a:r>
                <a:rPr lang="en-US" sz="1600" b="0" i="0">
                  <a:latin typeface="Cambria Math" panose="02040503050406030204" pitchFamily="18" charset="0"/>
                </a:rPr>
                <a:t>𝜂=0.15</a:t>
              </a:r>
              <a:endParaRPr lang="en-US" sz="1600" dirty="0"/>
            </a:p>
          </dgm:t>
        </dgm:pt>
      </mc:Fallback>
    </mc:AlternateContent>
    <dgm:pt modelId="{186C3341-FDE7-4CED-BE25-6176A7061576}" type="parTrans" cxnId="{9F71E309-FE15-4D1F-972E-75409EEA7CBE}">
      <dgm:prSet/>
      <dgm:spPr/>
      <dgm:t>
        <a:bodyPr/>
        <a:lstStyle/>
        <a:p>
          <a:endParaRPr lang="en-US"/>
        </a:p>
      </dgm:t>
    </dgm:pt>
    <dgm:pt modelId="{0A9A7755-1B25-4EA2-AAEA-594F994281BC}" type="sibTrans" cxnId="{9F71E309-FE15-4D1F-972E-75409EEA7CBE}">
      <dgm:prSet/>
      <dgm:spPr/>
      <dgm:t>
        <a:bodyPr/>
        <a:lstStyle/>
        <a:p>
          <a:endParaRPr lang="en-US"/>
        </a:p>
      </dgm:t>
    </dgm:pt>
    <dgm:pt modelId="{5C816C58-7201-4B69-AF5B-9AE1C87FE599}" type="pres">
      <dgm:prSet presAssocID="{009628CD-3FAA-44EF-8F65-E585175C2004}" presName="theList" presStyleCnt="0">
        <dgm:presLayoutVars>
          <dgm:dir/>
          <dgm:animLvl val="lvl"/>
          <dgm:resizeHandles val="exact"/>
        </dgm:presLayoutVars>
      </dgm:prSet>
      <dgm:spPr/>
    </dgm:pt>
    <dgm:pt modelId="{05C6E6F2-65D9-43FB-A239-1E2F9495204A}" type="pres">
      <dgm:prSet presAssocID="{D80E1A25-F149-447D-95C3-AE4E88FB5E01}" presName="compNode" presStyleCnt="0"/>
      <dgm:spPr/>
    </dgm:pt>
    <dgm:pt modelId="{7379C576-66B3-4EB9-B903-92400495E274}" type="pres">
      <dgm:prSet presAssocID="{D80E1A25-F149-447D-95C3-AE4E88FB5E01}" presName="noGeometry" presStyleCnt="0"/>
      <dgm:spPr/>
    </dgm:pt>
    <dgm:pt modelId="{AA7956D8-C664-41A2-A89B-88781A04B737}" type="pres">
      <dgm:prSet presAssocID="{D80E1A25-F149-447D-95C3-AE4E88FB5E01}" presName="childTextVisible" presStyleLbl="bgAccFollowNode1" presStyleIdx="0" presStyleCnt="2">
        <dgm:presLayoutVars>
          <dgm:bulletEnabled val="1"/>
        </dgm:presLayoutVars>
      </dgm:prSet>
      <dgm:spPr/>
    </dgm:pt>
    <dgm:pt modelId="{FA058292-95A8-47B6-9F9F-0DADB52C5BD9}" type="pres">
      <dgm:prSet presAssocID="{D80E1A25-F149-447D-95C3-AE4E88FB5E01}" presName="childTextHidden" presStyleLbl="bgAccFollowNode1" presStyleIdx="0" presStyleCnt="2"/>
      <dgm:spPr/>
    </dgm:pt>
    <dgm:pt modelId="{558AD2B9-5508-4BD0-99FD-CAD78390CAB5}" type="pres">
      <dgm:prSet presAssocID="{D80E1A25-F149-447D-95C3-AE4E88FB5E0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4BA9DD9-69AC-4BAA-9CF3-A06D82D3504E}" type="pres">
      <dgm:prSet presAssocID="{D80E1A25-F149-447D-95C3-AE4E88FB5E01}" presName="aSpace" presStyleCnt="0"/>
      <dgm:spPr/>
    </dgm:pt>
    <dgm:pt modelId="{850D7EEF-2C81-498E-BBD6-ECC2E32B8B9B}" type="pres">
      <dgm:prSet presAssocID="{5E235E81-9448-4CAF-A25D-6FF20B34A42F}" presName="compNode" presStyleCnt="0"/>
      <dgm:spPr/>
    </dgm:pt>
    <dgm:pt modelId="{C103B302-45AC-4A3E-B4B6-E5795D65AA9F}" type="pres">
      <dgm:prSet presAssocID="{5E235E81-9448-4CAF-A25D-6FF20B34A42F}" presName="noGeometry" presStyleCnt="0"/>
      <dgm:spPr/>
    </dgm:pt>
    <dgm:pt modelId="{F822DFC2-F05B-4D0D-8C8E-DD57994AC912}" type="pres">
      <dgm:prSet presAssocID="{5E235E81-9448-4CAF-A25D-6FF20B34A42F}" presName="childTextVisible" presStyleLbl="bgAccFollowNode1" presStyleIdx="1" presStyleCnt="2">
        <dgm:presLayoutVars>
          <dgm:bulletEnabled val="1"/>
        </dgm:presLayoutVars>
      </dgm:prSet>
      <dgm:spPr/>
    </dgm:pt>
    <dgm:pt modelId="{DB2E5C09-E5C8-4FF8-9713-8F61561C9C0E}" type="pres">
      <dgm:prSet presAssocID="{5E235E81-9448-4CAF-A25D-6FF20B34A42F}" presName="childTextHidden" presStyleLbl="bgAccFollowNode1" presStyleIdx="1" presStyleCnt="2"/>
      <dgm:spPr/>
    </dgm:pt>
    <dgm:pt modelId="{9D008A7F-FF7D-4A49-9A63-4B612BA7FE69}" type="pres">
      <dgm:prSet presAssocID="{5E235E81-9448-4CAF-A25D-6FF20B34A42F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56560F00-BB17-437E-9894-1A466E8B37D5}" type="presOf" srcId="{FB551AD5-079F-4BF1-B57C-9D6B966E86D3}" destId="{DB2E5C09-E5C8-4FF8-9713-8F61561C9C0E}" srcOrd="1" destOrd="4" presId="urn:microsoft.com/office/officeart/2005/8/layout/hProcess6"/>
    <dgm:cxn modelId="{761B2F03-BF22-4031-A669-050516BC5905}" type="presOf" srcId="{EEC95042-EB7D-44E1-BB3B-E5841F7D397C}" destId="{F822DFC2-F05B-4D0D-8C8E-DD57994AC912}" srcOrd="0" destOrd="2" presId="urn:microsoft.com/office/officeart/2005/8/layout/hProcess6"/>
    <dgm:cxn modelId="{9F71E309-FE15-4D1F-972E-75409EEA7CBE}" srcId="{5E235E81-9448-4CAF-A25D-6FF20B34A42F}" destId="{EEC95042-EB7D-44E1-BB3B-E5841F7D397C}" srcOrd="2" destOrd="0" parTransId="{186C3341-FDE7-4CED-BE25-6176A7061576}" sibTransId="{0A9A7755-1B25-4EA2-AAEA-594F994281BC}"/>
    <dgm:cxn modelId="{E8BE620B-4C98-4B13-802F-5105E8BA16C2}" type="presOf" srcId="{D34441D8-1014-4218-A4A0-7B8A68FE95E9}" destId="{F822DFC2-F05B-4D0D-8C8E-DD57994AC912}" srcOrd="0" destOrd="1" presId="urn:microsoft.com/office/officeart/2005/8/layout/hProcess6"/>
    <dgm:cxn modelId="{B1AB060E-229C-48C1-BB7B-5988313D61C4}" type="presOf" srcId="{24B5DBE8-B309-4C05-898B-02F88BDCCE9E}" destId="{AA7956D8-C664-41A2-A89B-88781A04B737}" srcOrd="0" destOrd="0" presId="urn:microsoft.com/office/officeart/2005/8/layout/hProcess6"/>
    <dgm:cxn modelId="{9B8E150F-56C0-4AF1-8629-7EBE0FBDDF91}" type="presOf" srcId="{FE70B604-0A66-4E0E-A5B3-8449D9CA270E}" destId="{DB2E5C09-E5C8-4FF8-9713-8F61561C9C0E}" srcOrd="1" destOrd="0" presId="urn:microsoft.com/office/officeart/2005/8/layout/hProcess6"/>
    <dgm:cxn modelId="{09C19234-8D14-43DC-AE4D-56739282B0E1}" type="presOf" srcId="{D80E1A25-F149-447D-95C3-AE4E88FB5E01}" destId="{558AD2B9-5508-4BD0-99FD-CAD78390CAB5}" srcOrd="0" destOrd="0" presId="urn:microsoft.com/office/officeart/2005/8/layout/hProcess6"/>
    <dgm:cxn modelId="{9CB6DD37-BD2D-4ADB-B2F1-5E9BAE1D4555}" type="presOf" srcId="{6580B9CD-2EB7-4B79-A03E-E1B9E1DCEDE0}" destId="{AA7956D8-C664-41A2-A89B-88781A04B737}" srcOrd="0" destOrd="2" presId="urn:microsoft.com/office/officeart/2005/8/layout/hProcess6"/>
    <dgm:cxn modelId="{99358364-1CB2-4DB8-A961-5CA8CFF8AF67}" srcId="{009628CD-3FAA-44EF-8F65-E585175C2004}" destId="{5E235E81-9448-4CAF-A25D-6FF20B34A42F}" srcOrd="1" destOrd="0" parTransId="{0EC5DE8B-B130-4CAB-AE81-631D65471EE8}" sibTransId="{3E9E0B2A-F4A2-4338-9E08-4B1289AFEA18}"/>
    <dgm:cxn modelId="{446CE74F-F01E-4D29-834C-87E98318AA8C}" type="presOf" srcId="{5E235E81-9448-4CAF-A25D-6FF20B34A42F}" destId="{9D008A7F-FF7D-4A49-9A63-4B612BA7FE69}" srcOrd="0" destOrd="0" presId="urn:microsoft.com/office/officeart/2005/8/layout/hProcess6"/>
    <dgm:cxn modelId="{3B780870-162B-442B-BD5D-4FCE464E9B60}" type="presOf" srcId="{CFE1E705-2E2B-47EE-ADD5-E8E9F52EF09B}" destId="{F822DFC2-F05B-4D0D-8C8E-DD57994AC912}" srcOrd="0" destOrd="3" presId="urn:microsoft.com/office/officeart/2005/8/layout/hProcess6"/>
    <dgm:cxn modelId="{41CDED79-D513-4443-98D3-8C3E954D0749}" type="presOf" srcId="{CFE1E705-2E2B-47EE-ADD5-E8E9F52EF09B}" destId="{DB2E5C09-E5C8-4FF8-9713-8F61561C9C0E}" srcOrd="1" destOrd="3" presId="urn:microsoft.com/office/officeart/2005/8/layout/hProcess6"/>
    <dgm:cxn modelId="{F65C977C-DE5C-415D-BB57-31CB22091B08}" type="presOf" srcId="{FE70B604-0A66-4E0E-A5B3-8449D9CA270E}" destId="{F822DFC2-F05B-4D0D-8C8E-DD57994AC912}" srcOrd="0" destOrd="0" presId="urn:microsoft.com/office/officeart/2005/8/layout/hProcess6"/>
    <dgm:cxn modelId="{6D47B680-158D-4B2D-863F-6C3DA653CC97}" srcId="{5E235E81-9448-4CAF-A25D-6FF20B34A42F}" destId="{CFE1E705-2E2B-47EE-ADD5-E8E9F52EF09B}" srcOrd="3" destOrd="0" parTransId="{2D6CA707-5AC7-4836-A77F-68A67CE42F9A}" sibTransId="{540A613A-7756-4A40-9DC7-3DEC4BC7C8FD}"/>
    <dgm:cxn modelId="{15B7AD86-AC6A-496B-B20C-9B97FD295050}" type="presOf" srcId="{C5F9A213-973C-402F-983D-AD15C79CED5A}" destId="{AA7956D8-C664-41A2-A89B-88781A04B737}" srcOrd="0" destOrd="1" presId="urn:microsoft.com/office/officeart/2005/8/layout/hProcess6"/>
    <dgm:cxn modelId="{A0335AA3-DA3F-481A-8D8B-88502B8875AB}" type="presOf" srcId="{009628CD-3FAA-44EF-8F65-E585175C2004}" destId="{5C816C58-7201-4B69-AF5B-9AE1C87FE599}" srcOrd="0" destOrd="0" presId="urn:microsoft.com/office/officeart/2005/8/layout/hProcess6"/>
    <dgm:cxn modelId="{4C4750A9-C821-4D85-BE8C-C591240C6C2E}" type="presOf" srcId="{FB551AD5-079F-4BF1-B57C-9D6B966E86D3}" destId="{F822DFC2-F05B-4D0D-8C8E-DD57994AC912}" srcOrd="0" destOrd="4" presId="urn:microsoft.com/office/officeart/2005/8/layout/hProcess6"/>
    <dgm:cxn modelId="{7F3EFDB3-1E7C-4FCC-8BF9-01A85A694563}" type="presOf" srcId="{D34441D8-1014-4218-A4A0-7B8A68FE95E9}" destId="{DB2E5C09-E5C8-4FF8-9713-8F61561C9C0E}" srcOrd="1" destOrd="1" presId="urn:microsoft.com/office/officeart/2005/8/layout/hProcess6"/>
    <dgm:cxn modelId="{06028EC6-30A4-44B2-BC55-64452C938339}" srcId="{D80E1A25-F149-447D-95C3-AE4E88FB5E01}" destId="{24B5DBE8-B309-4C05-898B-02F88BDCCE9E}" srcOrd="0" destOrd="0" parTransId="{9152D983-F1DF-42EB-BFAC-53EC04E3133E}" sibTransId="{57C69E69-6D46-44AC-A933-358E8F378565}"/>
    <dgm:cxn modelId="{358874CA-5B94-4FE0-ADBD-7A368F02652F}" type="presOf" srcId="{24B5DBE8-B309-4C05-898B-02F88BDCCE9E}" destId="{FA058292-95A8-47B6-9F9F-0DADB52C5BD9}" srcOrd="1" destOrd="0" presId="urn:microsoft.com/office/officeart/2005/8/layout/hProcess6"/>
    <dgm:cxn modelId="{456CCFCA-13E1-4425-9CED-0990AFED257D}" srcId="{D80E1A25-F149-447D-95C3-AE4E88FB5E01}" destId="{6580B9CD-2EB7-4B79-A03E-E1B9E1DCEDE0}" srcOrd="2" destOrd="0" parTransId="{A5D8532A-0BE5-4C48-911D-B02AB335D8DD}" sibTransId="{D7FCA8EB-DB96-4004-A662-448006569915}"/>
    <dgm:cxn modelId="{29E874D5-0CCD-4A94-914A-14E88AFE66FC}" srcId="{D80E1A25-F149-447D-95C3-AE4E88FB5E01}" destId="{C5F9A213-973C-402F-983D-AD15C79CED5A}" srcOrd="1" destOrd="0" parTransId="{763BF84C-5125-495C-97BD-C0EEA5989675}" sibTransId="{237F5A2F-D2C6-494B-9A48-F7BCBD4D0CC3}"/>
    <dgm:cxn modelId="{87C80BDB-2402-40F8-9858-D2752FE3B6B9}" srcId="{009628CD-3FAA-44EF-8F65-E585175C2004}" destId="{D80E1A25-F149-447D-95C3-AE4E88FB5E01}" srcOrd="0" destOrd="0" parTransId="{7DC484FE-B27C-4EF3-8A9D-9EAF6F094057}" sibTransId="{DF577D16-BF6A-436E-B9C3-4ECDAA716BE0}"/>
    <dgm:cxn modelId="{327FF7DB-B368-4C4F-B6C3-F9A85F1A4C43}" srcId="{5E235E81-9448-4CAF-A25D-6FF20B34A42F}" destId="{D34441D8-1014-4218-A4A0-7B8A68FE95E9}" srcOrd="1" destOrd="0" parTransId="{A199AFFC-1AA6-4D0C-AEC8-1BC0895A08EB}" sibTransId="{E2748629-0DAC-4D24-8F19-A6F7787417E5}"/>
    <dgm:cxn modelId="{3ACE3EEE-AA43-4DE2-812B-7B005EE5A290}" srcId="{5E235E81-9448-4CAF-A25D-6FF20B34A42F}" destId="{FB551AD5-079F-4BF1-B57C-9D6B966E86D3}" srcOrd="4" destOrd="0" parTransId="{2F48114E-1F1A-48F3-B09A-C09B870E067C}" sibTransId="{6C2C1593-6D9E-4775-BE6D-5487EDD74A30}"/>
    <dgm:cxn modelId="{1D4A39F2-FD1A-4B68-9C5A-5DEEC42B4824}" type="presOf" srcId="{6580B9CD-2EB7-4B79-A03E-E1B9E1DCEDE0}" destId="{FA058292-95A8-47B6-9F9F-0DADB52C5BD9}" srcOrd="1" destOrd="2" presId="urn:microsoft.com/office/officeart/2005/8/layout/hProcess6"/>
    <dgm:cxn modelId="{6455DFF3-7033-4D6D-B3D8-5B129547295D}" srcId="{5E235E81-9448-4CAF-A25D-6FF20B34A42F}" destId="{FE70B604-0A66-4E0E-A5B3-8449D9CA270E}" srcOrd="0" destOrd="0" parTransId="{5F826DF2-FF77-4411-AAC5-BACAEAD932AE}" sibTransId="{5C5B9547-0E01-4AA0-8986-4C47CC17B1EC}"/>
    <dgm:cxn modelId="{AD83C5FB-361C-4637-A59F-682A6E20E60C}" type="presOf" srcId="{EEC95042-EB7D-44E1-BB3B-E5841F7D397C}" destId="{DB2E5C09-E5C8-4FF8-9713-8F61561C9C0E}" srcOrd="1" destOrd="2" presId="urn:microsoft.com/office/officeart/2005/8/layout/hProcess6"/>
    <dgm:cxn modelId="{90D17CFD-0FD3-4E33-8E81-B42E2A07EE1B}" type="presOf" srcId="{C5F9A213-973C-402F-983D-AD15C79CED5A}" destId="{FA058292-95A8-47B6-9F9F-0DADB52C5BD9}" srcOrd="1" destOrd="1" presId="urn:microsoft.com/office/officeart/2005/8/layout/hProcess6"/>
    <dgm:cxn modelId="{584671EC-8CED-4482-9D12-02882B57D8E7}" type="presParOf" srcId="{5C816C58-7201-4B69-AF5B-9AE1C87FE599}" destId="{05C6E6F2-65D9-43FB-A239-1E2F9495204A}" srcOrd="0" destOrd="0" presId="urn:microsoft.com/office/officeart/2005/8/layout/hProcess6"/>
    <dgm:cxn modelId="{A75DD0E3-F6E7-4A90-9A91-5AB1B313D2CD}" type="presParOf" srcId="{05C6E6F2-65D9-43FB-A239-1E2F9495204A}" destId="{7379C576-66B3-4EB9-B903-92400495E274}" srcOrd="0" destOrd="0" presId="urn:microsoft.com/office/officeart/2005/8/layout/hProcess6"/>
    <dgm:cxn modelId="{36C28576-8404-4D9A-A970-25C16022EAB1}" type="presParOf" srcId="{05C6E6F2-65D9-43FB-A239-1E2F9495204A}" destId="{AA7956D8-C664-41A2-A89B-88781A04B737}" srcOrd="1" destOrd="0" presId="urn:microsoft.com/office/officeart/2005/8/layout/hProcess6"/>
    <dgm:cxn modelId="{2E6E4239-E8CC-4C5A-924C-AF121A329B30}" type="presParOf" srcId="{05C6E6F2-65D9-43FB-A239-1E2F9495204A}" destId="{FA058292-95A8-47B6-9F9F-0DADB52C5BD9}" srcOrd="2" destOrd="0" presId="urn:microsoft.com/office/officeart/2005/8/layout/hProcess6"/>
    <dgm:cxn modelId="{B90FD5A9-6425-474D-A232-F98C31D897BC}" type="presParOf" srcId="{05C6E6F2-65D9-43FB-A239-1E2F9495204A}" destId="{558AD2B9-5508-4BD0-99FD-CAD78390CAB5}" srcOrd="3" destOrd="0" presId="urn:microsoft.com/office/officeart/2005/8/layout/hProcess6"/>
    <dgm:cxn modelId="{9F420879-8D2C-4109-8499-8D72D5B8F5FC}" type="presParOf" srcId="{5C816C58-7201-4B69-AF5B-9AE1C87FE599}" destId="{D4BA9DD9-69AC-4BAA-9CF3-A06D82D3504E}" srcOrd="1" destOrd="0" presId="urn:microsoft.com/office/officeart/2005/8/layout/hProcess6"/>
    <dgm:cxn modelId="{06553A8E-5236-48E8-8D40-B93F2BC6408E}" type="presParOf" srcId="{5C816C58-7201-4B69-AF5B-9AE1C87FE599}" destId="{850D7EEF-2C81-498E-BBD6-ECC2E32B8B9B}" srcOrd="2" destOrd="0" presId="urn:microsoft.com/office/officeart/2005/8/layout/hProcess6"/>
    <dgm:cxn modelId="{A288F2F9-9F1D-4BCA-92F9-4B123ADE3A8D}" type="presParOf" srcId="{850D7EEF-2C81-498E-BBD6-ECC2E32B8B9B}" destId="{C103B302-45AC-4A3E-B4B6-E5795D65AA9F}" srcOrd="0" destOrd="0" presId="urn:microsoft.com/office/officeart/2005/8/layout/hProcess6"/>
    <dgm:cxn modelId="{252FD530-8DCD-47CC-A0EA-A71A166C7DA9}" type="presParOf" srcId="{850D7EEF-2C81-498E-BBD6-ECC2E32B8B9B}" destId="{F822DFC2-F05B-4D0D-8C8E-DD57994AC912}" srcOrd="1" destOrd="0" presId="urn:microsoft.com/office/officeart/2005/8/layout/hProcess6"/>
    <dgm:cxn modelId="{C4C6B3A2-E25E-4E5B-9803-351BFADDDF72}" type="presParOf" srcId="{850D7EEF-2C81-498E-BBD6-ECC2E32B8B9B}" destId="{DB2E5C09-E5C8-4FF8-9713-8F61561C9C0E}" srcOrd="2" destOrd="0" presId="urn:microsoft.com/office/officeart/2005/8/layout/hProcess6"/>
    <dgm:cxn modelId="{AF3C0EA8-13C5-4EAA-8566-AB2E1C8003DC}" type="presParOf" srcId="{850D7EEF-2C81-498E-BBD6-ECC2E32B8B9B}" destId="{9D008A7F-FF7D-4A49-9A63-4B612BA7FE69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9628CD-3FAA-44EF-8F65-E585175C2004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0E1A25-F149-447D-95C3-AE4E88FB5E01}">
      <dgm:prSet custT="1"/>
      <dgm:spPr/>
      <dgm:t>
        <a:bodyPr/>
        <a:lstStyle/>
        <a:p>
          <a:r>
            <a:rPr lang="en-US" sz="1800" dirty="0">
              <a:latin typeface="Simplified Arabic Fixed" panose="02070309020205020404" pitchFamily="49" charset="-78"/>
              <a:cs typeface="Simplified Arabic Fixed" panose="02070309020205020404" pitchFamily="49" charset="-78"/>
            </a:rPr>
            <a:t>binary</a:t>
          </a:r>
        </a:p>
      </dgm:t>
    </dgm:pt>
    <dgm:pt modelId="{7DC484FE-B27C-4EF3-8A9D-9EAF6F094057}" type="parTrans" cxnId="{87C80BDB-2402-40F8-9858-D2752FE3B6B9}">
      <dgm:prSet/>
      <dgm:spPr/>
      <dgm:t>
        <a:bodyPr/>
        <a:lstStyle/>
        <a:p>
          <a:endParaRPr lang="en-US"/>
        </a:p>
      </dgm:t>
    </dgm:pt>
    <dgm:pt modelId="{DF577D16-BF6A-436E-B9C3-4ECDAA716BE0}" type="sibTrans" cxnId="{87C80BDB-2402-40F8-9858-D2752FE3B6B9}">
      <dgm:prSet/>
      <dgm:spPr/>
      <dgm:t>
        <a:bodyPr/>
        <a:lstStyle/>
        <a:p>
          <a:endParaRPr lang="en-US"/>
        </a:p>
      </dgm:t>
    </dgm:pt>
    <dgm:pt modelId="{5E235E81-9448-4CAF-A25D-6FF20B34A42F}">
      <dgm:prSet custT="1"/>
      <dgm:spPr/>
      <dgm:t>
        <a:bodyPr/>
        <a:lstStyle/>
        <a:p>
          <a:r>
            <a:rPr lang="en-US" sz="1800" dirty="0" err="1">
              <a:latin typeface="Simplified Arabic Fixed" panose="02070309020205020404" pitchFamily="49" charset="-78"/>
              <a:cs typeface="Simplified Arabic Fixed" panose="02070309020205020404" pitchFamily="49" charset="-78"/>
            </a:rPr>
            <a:t>visualize_evolution</a:t>
          </a:r>
          <a:endParaRPr lang="en-US" sz="2400" dirty="0">
            <a:latin typeface="Simplified Arabic Fixed" panose="02070309020205020404" pitchFamily="49" charset="-78"/>
            <a:cs typeface="Simplified Arabic Fixed" panose="02070309020205020404" pitchFamily="49" charset="-78"/>
          </a:endParaRPr>
        </a:p>
      </dgm:t>
    </dgm:pt>
    <dgm:pt modelId="{0EC5DE8B-B130-4CAB-AE81-631D65471EE8}" type="parTrans" cxnId="{99358364-1CB2-4DB8-A961-5CA8CFF8AF67}">
      <dgm:prSet/>
      <dgm:spPr/>
      <dgm:t>
        <a:bodyPr/>
        <a:lstStyle/>
        <a:p>
          <a:endParaRPr lang="en-US"/>
        </a:p>
      </dgm:t>
    </dgm:pt>
    <dgm:pt modelId="{3E9E0B2A-F4A2-4338-9E08-4B1289AFEA18}" type="sibTrans" cxnId="{99358364-1CB2-4DB8-A961-5CA8CFF8AF67}">
      <dgm:prSet/>
      <dgm:spPr/>
      <dgm:t>
        <a:bodyPr/>
        <a:lstStyle/>
        <a:p>
          <a:endParaRPr lang="en-US"/>
        </a:p>
      </dgm:t>
    </dgm:pt>
    <dgm:pt modelId="{FE70B604-0A66-4E0E-A5B3-8449D9CA270E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F826DF2-FF77-4411-AAC5-BACAEAD932AE}" type="parTrans" cxnId="{6455DFF3-7033-4D6D-B3D8-5B129547295D}">
      <dgm:prSet/>
      <dgm:spPr/>
      <dgm:t>
        <a:bodyPr/>
        <a:lstStyle/>
        <a:p>
          <a:endParaRPr lang="en-US"/>
        </a:p>
      </dgm:t>
    </dgm:pt>
    <dgm:pt modelId="{5C5B9547-0E01-4AA0-8986-4C47CC17B1EC}" type="sibTrans" cxnId="{6455DFF3-7033-4D6D-B3D8-5B129547295D}">
      <dgm:prSet/>
      <dgm:spPr/>
      <dgm:t>
        <a:bodyPr/>
        <a:lstStyle/>
        <a:p>
          <a:endParaRPr lang="en-US"/>
        </a:p>
      </dgm:t>
    </dgm:pt>
    <dgm:pt modelId="{FB551AD5-079F-4BF1-B57C-9D6B966E86D3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F48114E-1F1A-48F3-B09A-C09B870E067C}" type="parTrans" cxnId="{3ACE3EEE-AA43-4DE2-812B-7B005EE5A290}">
      <dgm:prSet/>
      <dgm:spPr/>
      <dgm:t>
        <a:bodyPr/>
        <a:lstStyle/>
        <a:p>
          <a:endParaRPr lang="en-US"/>
        </a:p>
      </dgm:t>
    </dgm:pt>
    <dgm:pt modelId="{6C2C1593-6D9E-4775-BE6D-5487EDD74A30}" type="sibTrans" cxnId="{3ACE3EEE-AA43-4DE2-812B-7B005EE5A290}">
      <dgm:prSet/>
      <dgm:spPr/>
      <dgm:t>
        <a:bodyPr/>
        <a:lstStyle/>
        <a:p>
          <a:endParaRPr lang="en-US"/>
        </a:p>
      </dgm:t>
    </dgm:pt>
    <dgm:pt modelId="{24B5DBE8-B309-4C05-898B-02F88BDCCE9E}">
      <dgm:prSet custT="1"/>
      <dgm:spPr/>
      <dgm:t>
        <a:bodyPr/>
        <a:lstStyle/>
        <a:p>
          <a:r>
            <a:rPr lang="en-US" sz="1600" dirty="0"/>
            <a:t>Plummer conditions</a:t>
          </a:r>
        </a:p>
      </dgm:t>
    </dgm:pt>
    <dgm:pt modelId="{9152D983-F1DF-42EB-BFAC-53EC04E3133E}" type="parTrans" cxnId="{06028EC6-30A4-44B2-BC55-64452C938339}">
      <dgm:prSet/>
      <dgm:spPr/>
      <dgm:t>
        <a:bodyPr/>
        <a:lstStyle/>
        <a:p>
          <a:endParaRPr lang="en-US"/>
        </a:p>
      </dgm:t>
    </dgm:pt>
    <dgm:pt modelId="{57C69E69-6D46-44AC-A933-358E8F378565}" type="sibTrans" cxnId="{06028EC6-30A4-44B2-BC55-64452C938339}">
      <dgm:prSet/>
      <dgm:spPr/>
      <dgm:t>
        <a:bodyPr/>
        <a:lstStyle/>
        <a:p>
          <a:endParaRPr lang="en-US"/>
        </a:p>
      </dgm:t>
    </dgm:pt>
    <dgm:pt modelId="{C5F9A213-973C-402F-983D-AD15C79CED5A}">
      <dgm:prSet custT="1"/>
      <dgm:spPr/>
      <dgm:t>
        <a:bodyPr/>
        <a:lstStyle/>
        <a:p>
          <a:r>
            <a:rPr lang="en-US" sz="1600" dirty="0"/>
            <a:t>Brute force</a:t>
          </a:r>
        </a:p>
      </dgm:t>
    </dgm:pt>
    <dgm:pt modelId="{763BF84C-5125-495C-97BD-C0EEA5989675}" type="parTrans" cxnId="{29E874D5-0CCD-4A94-914A-14E88AFE66FC}">
      <dgm:prSet/>
      <dgm:spPr/>
      <dgm:t>
        <a:bodyPr/>
        <a:lstStyle/>
        <a:p>
          <a:endParaRPr lang="en-US"/>
        </a:p>
      </dgm:t>
    </dgm:pt>
    <dgm:pt modelId="{237F5A2F-D2C6-494B-9A48-F7BCBD4D0CC3}" type="sibTrans" cxnId="{29E874D5-0CCD-4A94-914A-14E88AFE66FC}">
      <dgm:prSet/>
      <dgm:spPr/>
      <dgm:t>
        <a:bodyPr/>
        <a:lstStyle/>
        <a:p>
          <a:endParaRPr lang="en-US"/>
        </a:p>
      </dgm:t>
    </dgm:pt>
    <dgm:pt modelId="{6580B9CD-2EB7-4B79-A03E-E1B9E1DCEDE0}">
      <dgm:prSet custT="1"/>
      <dgm:spPr/>
      <dgm:t>
        <a:bodyPr/>
        <a:lstStyle/>
        <a:p>
          <a:r>
            <a:rPr lang="en-US" sz="1600" dirty="0"/>
            <a:t>BHT</a:t>
          </a:r>
        </a:p>
      </dgm:t>
    </dgm:pt>
    <dgm:pt modelId="{A5D8532A-0BE5-4C48-911D-B02AB335D8DD}" type="parTrans" cxnId="{456CCFCA-13E1-4425-9CED-0990AFED257D}">
      <dgm:prSet/>
      <dgm:spPr/>
      <dgm:t>
        <a:bodyPr/>
        <a:lstStyle/>
        <a:p>
          <a:endParaRPr lang="en-US"/>
        </a:p>
      </dgm:t>
    </dgm:pt>
    <dgm:pt modelId="{D7FCA8EB-DB96-4004-A662-448006569915}" type="sibTrans" cxnId="{456CCFCA-13E1-4425-9CED-0990AFED257D}">
      <dgm:prSet/>
      <dgm:spPr/>
      <dgm:t>
        <a:bodyPr/>
        <a:lstStyle/>
        <a:p>
          <a:endParaRPr lang="en-US"/>
        </a:p>
      </dgm:t>
    </dgm:pt>
    <dgm:pt modelId="{CFE1E705-2E2B-47EE-ADD5-E8E9F52EF09B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D6CA707-5AC7-4836-A77F-68A67CE42F9A}" type="parTrans" cxnId="{6D47B680-158D-4B2D-863F-6C3DA653CC97}">
      <dgm:prSet/>
      <dgm:spPr/>
      <dgm:t>
        <a:bodyPr/>
        <a:lstStyle/>
        <a:p>
          <a:endParaRPr lang="en-US"/>
        </a:p>
      </dgm:t>
    </dgm:pt>
    <dgm:pt modelId="{540A613A-7756-4A40-9DC7-3DEC4BC7C8FD}" type="sibTrans" cxnId="{6D47B680-158D-4B2D-863F-6C3DA653CC97}">
      <dgm:prSet/>
      <dgm:spPr/>
      <dgm:t>
        <a:bodyPr/>
        <a:lstStyle/>
        <a:p>
          <a:endParaRPr lang="en-US"/>
        </a:p>
      </dgm:t>
    </dgm:pt>
    <dgm:pt modelId="{D34441D8-1014-4218-A4A0-7B8A68FE95E9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A199AFFC-1AA6-4D0C-AEC8-1BC0895A08EB}" type="parTrans" cxnId="{327FF7DB-B368-4C4F-B6C3-F9A85F1A4C43}">
      <dgm:prSet/>
      <dgm:spPr/>
      <dgm:t>
        <a:bodyPr/>
        <a:lstStyle/>
        <a:p>
          <a:endParaRPr lang="en-US"/>
        </a:p>
      </dgm:t>
    </dgm:pt>
    <dgm:pt modelId="{E2748629-0DAC-4D24-8F19-A6F7787417E5}" type="sibTrans" cxnId="{327FF7DB-B368-4C4F-B6C3-F9A85F1A4C43}">
      <dgm:prSet/>
      <dgm:spPr/>
      <dgm:t>
        <a:bodyPr/>
        <a:lstStyle/>
        <a:p>
          <a:endParaRPr lang="en-US"/>
        </a:p>
      </dgm:t>
    </dgm:pt>
    <dgm:pt modelId="{EEC95042-EB7D-44E1-BB3B-E5841F7D397C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186C3341-FDE7-4CED-BE25-6176A7061576}" type="parTrans" cxnId="{9F71E309-FE15-4D1F-972E-75409EEA7CBE}">
      <dgm:prSet/>
      <dgm:spPr/>
      <dgm:t>
        <a:bodyPr/>
        <a:lstStyle/>
        <a:p>
          <a:endParaRPr lang="en-US"/>
        </a:p>
      </dgm:t>
    </dgm:pt>
    <dgm:pt modelId="{0A9A7755-1B25-4EA2-AAEA-594F994281BC}" type="sibTrans" cxnId="{9F71E309-FE15-4D1F-972E-75409EEA7CBE}">
      <dgm:prSet/>
      <dgm:spPr/>
      <dgm:t>
        <a:bodyPr/>
        <a:lstStyle/>
        <a:p>
          <a:endParaRPr lang="en-US"/>
        </a:p>
      </dgm:t>
    </dgm:pt>
    <dgm:pt modelId="{5C816C58-7201-4B69-AF5B-9AE1C87FE599}" type="pres">
      <dgm:prSet presAssocID="{009628CD-3FAA-44EF-8F65-E585175C2004}" presName="theList" presStyleCnt="0">
        <dgm:presLayoutVars>
          <dgm:dir/>
          <dgm:animLvl val="lvl"/>
          <dgm:resizeHandles val="exact"/>
        </dgm:presLayoutVars>
      </dgm:prSet>
      <dgm:spPr/>
    </dgm:pt>
    <dgm:pt modelId="{05C6E6F2-65D9-43FB-A239-1E2F9495204A}" type="pres">
      <dgm:prSet presAssocID="{D80E1A25-F149-447D-95C3-AE4E88FB5E01}" presName="compNode" presStyleCnt="0"/>
      <dgm:spPr/>
    </dgm:pt>
    <dgm:pt modelId="{7379C576-66B3-4EB9-B903-92400495E274}" type="pres">
      <dgm:prSet presAssocID="{D80E1A25-F149-447D-95C3-AE4E88FB5E01}" presName="noGeometry" presStyleCnt="0"/>
      <dgm:spPr/>
    </dgm:pt>
    <dgm:pt modelId="{AA7956D8-C664-41A2-A89B-88781A04B737}" type="pres">
      <dgm:prSet presAssocID="{D80E1A25-F149-447D-95C3-AE4E88FB5E01}" presName="childTextVisible" presStyleLbl="bgAccFollowNode1" presStyleIdx="0" presStyleCnt="2">
        <dgm:presLayoutVars>
          <dgm:bulletEnabled val="1"/>
        </dgm:presLayoutVars>
      </dgm:prSet>
      <dgm:spPr/>
    </dgm:pt>
    <dgm:pt modelId="{FA058292-95A8-47B6-9F9F-0DADB52C5BD9}" type="pres">
      <dgm:prSet presAssocID="{D80E1A25-F149-447D-95C3-AE4E88FB5E01}" presName="childTextHidden" presStyleLbl="bgAccFollowNode1" presStyleIdx="0" presStyleCnt="2"/>
      <dgm:spPr/>
    </dgm:pt>
    <dgm:pt modelId="{558AD2B9-5508-4BD0-99FD-CAD78390CAB5}" type="pres">
      <dgm:prSet presAssocID="{D80E1A25-F149-447D-95C3-AE4E88FB5E0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4BA9DD9-69AC-4BAA-9CF3-A06D82D3504E}" type="pres">
      <dgm:prSet presAssocID="{D80E1A25-F149-447D-95C3-AE4E88FB5E01}" presName="aSpace" presStyleCnt="0"/>
      <dgm:spPr/>
    </dgm:pt>
    <dgm:pt modelId="{850D7EEF-2C81-498E-BBD6-ECC2E32B8B9B}" type="pres">
      <dgm:prSet presAssocID="{5E235E81-9448-4CAF-A25D-6FF20B34A42F}" presName="compNode" presStyleCnt="0"/>
      <dgm:spPr/>
    </dgm:pt>
    <dgm:pt modelId="{C103B302-45AC-4A3E-B4B6-E5795D65AA9F}" type="pres">
      <dgm:prSet presAssocID="{5E235E81-9448-4CAF-A25D-6FF20B34A42F}" presName="noGeometry" presStyleCnt="0"/>
      <dgm:spPr/>
    </dgm:pt>
    <dgm:pt modelId="{F822DFC2-F05B-4D0D-8C8E-DD57994AC912}" type="pres">
      <dgm:prSet presAssocID="{5E235E81-9448-4CAF-A25D-6FF20B34A42F}" presName="childTextVisible" presStyleLbl="bgAccFollowNode1" presStyleIdx="1" presStyleCnt="2">
        <dgm:presLayoutVars>
          <dgm:bulletEnabled val="1"/>
        </dgm:presLayoutVars>
      </dgm:prSet>
      <dgm:spPr/>
    </dgm:pt>
    <dgm:pt modelId="{DB2E5C09-E5C8-4FF8-9713-8F61561C9C0E}" type="pres">
      <dgm:prSet presAssocID="{5E235E81-9448-4CAF-A25D-6FF20B34A42F}" presName="childTextHidden" presStyleLbl="bgAccFollowNode1" presStyleIdx="1" presStyleCnt="2"/>
      <dgm:spPr/>
    </dgm:pt>
    <dgm:pt modelId="{9D008A7F-FF7D-4A49-9A63-4B612BA7FE69}" type="pres">
      <dgm:prSet presAssocID="{5E235E81-9448-4CAF-A25D-6FF20B34A42F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56560F00-BB17-437E-9894-1A466E8B37D5}" type="presOf" srcId="{FB551AD5-079F-4BF1-B57C-9D6B966E86D3}" destId="{DB2E5C09-E5C8-4FF8-9713-8F61561C9C0E}" srcOrd="1" destOrd="4" presId="urn:microsoft.com/office/officeart/2005/8/layout/hProcess6"/>
    <dgm:cxn modelId="{761B2F03-BF22-4031-A669-050516BC5905}" type="presOf" srcId="{EEC95042-EB7D-44E1-BB3B-E5841F7D397C}" destId="{F822DFC2-F05B-4D0D-8C8E-DD57994AC912}" srcOrd="0" destOrd="2" presId="urn:microsoft.com/office/officeart/2005/8/layout/hProcess6"/>
    <dgm:cxn modelId="{9F71E309-FE15-4D1F-972E-75409EEA7CBE}" srcId="{5E235E81-9448-4CAF-A25D-6FF20B34A42F}" destId="{EEC95042-EB7D-44E1-BB3B-E5841F7D397C}" srcOrd="2" destOrd="0" parTransId="{186C3341-FDE7-4CED-BE25-6176A7061576}" sibTransId="{0A9A7755-1B25-4EA2-AAEA-594F994281BC}"/>
    <dgm:cxn modelId="{E8BE620B-4C98-4B13-802F-5105E8BA16C2}" type="presOf" srcId="{D34441D8-1014-4218-A4A0-7B8A68FE95E9}" destId="{F822DFC2-F05B-4D0D-8C8E-DD57994AC912}" srcOrd="0" destOrd="1" presId="urn:microsoft.com/office/officeart/2005/8/layout/hProcess6"/>
    <dgm:cxn modelId="{B1AB060E-229C-48C1-BB7B-5988313D61C4}" type="presOf" srcId="{24B5DBE8-B309-4C05-898B-02F88BDCCE9E}" destId="{AA7956D8-C664-41A2-A89B-88781A04B737}" srcOrd="0" destOrd="0" presId="urn:microsoft.com/office/officeart/2005/8/layout/hProcess6"/>
    <dgm:cxn modelId="{9B8E150F-56C0-4AF1-8629-7EBE0FBDDF91}" type="presOf" srcId="{FE70B604-0A66-4E0E-A5B3-8449D9CA270E}" destId="{DB2E5C09-E5C8-4FF8-9713-8F61561C9C0E}" srcOrd="1" destOrd="0" presId="urn:microsoft.com/office/officeart/2005/8/layout/hProcess6"/>
    <dgm:cxn modelId="{09C19234-8D14-43DC-AE4D-56739282B0E1}" type="presOf" srcId="{D80E1A25-F149-447D-95C3-AE4E88FB5E01}" destId="{558AD2B9-5508-4BD0-99FD-CAD78390CAB5}" srcOrd="0" destOrd="0" presId="urn:microsoft.com/office/officeart/2005/8/layout/hProcess6"/>
    <dgm:cxn modelId="{9CB6DD37-BD2D-4ADB-B2F1-5E9BAE1D4555}" type="presOf" srcId="{6580B9CD-2EB7-4B79-A03E-E1B9E1DCEDE0}" destId="{AA7956D8-C664-41A2-A89B-88781A04B737}" srcOrd="0" destOrd="2" presId="urn:microsoft.com/office/officeart/2005/8/layout/hProcess6"/>
    <dgm:cxn modelId="{99358364-1CB2-4DB8-A961-5CA8CFF8AF67}" srcId="{009628CD-3FAA-44EF-8F65-E585175C2004}" destId="{5E235E81-9448-4CAF-A25D-6FF20B34A42F}" srcOrd="1" destOrd="0" parTransId="{0EC5DE8B-B130-4CAB-AE81-631D65471EE8}" sibTransId="{3E9E0B2A-F4A2-4338-9E08-4B1289AFEA18}"/>
    <dgm:cxn modelId="{446CE74F-F01E-4D29-834C-87E98318AA8C}" type="presOf" srcId="{5E235E81-9448-4CAF-A25D-6FF20B34A42F}" destId="{9D008A7F-FF7D-4A49-9A63-4B612BA7FE69}" srcOrd="0" destOrd="0" presId="urn:microsoft.com/office/officeart/2005/8/layout/hProcess6"/>
    <dgm:cxn modelId="{3B780870-162B-442B-BD5D-4FCE464E9B60}" type="presOf" srcId="{CFE1E705-2E2B-47EE-ADD5-E8E9F52EF09B}" destId="{F822DFC2-F05B-4D0D-8C8E-DD57994AC912}" srcOrd="0" destOrd="3" presId="urn:microsoft.com/office/officeart/2005/8/layout/hProcess6"/>
    <dgm:cxn modelId="{41CDED79-D513-4443-98D3-8C3E954D0749}" type="presOf" srcId="{CFE1E705-2E2B-47EE-ADD5-E8E9F52EF09B}" destId="{DB2E5C09-E5C8-4FF8-9713-8F61561C9C0E}" srcOrd="1" destOrd="3" presId="urn:microsoft.com/office/officeart/2005/8/layout/hProcess6"/>
    <dgm:cxn modelId="{F65C977C-DE5C-415D-BB57-31CB22091B08}" type="presOf" srcId="{FE70B604-0A66-4E0E-A5B3-8449D9CA270E}" destId="{F822DFC2-F05B-4D0D-8C8E-DD57994AC912}" srcOrd="0" destOrd="0" presId="urn:microsoft.com/office/officeart/2005/8/layout/hProcess6"/>
    <dgm:cxn modelId="{6D47B680-158D-4B2D-863F-6C3DA653CC97}" srcId="{5E235E81-9448-4CAF-A25D-6FF20B34A42F}" destId="{CFE1E705-2E2B-47EE-ADD5-E8E9F52EF09B}" srcOrd="3" destOrd="0" parTransId="{2D6CA707-5AC7-4836-A77F-68A67CE42F9A}" sibTransId="{540A613A-7756-4A40-9DC7-3DEC4BC7C8FD}"/>
    <dgm:cxn modelId="{15B7AD86-AC6A-496B-B20C-9B97FD295050}" type="presOf" srcId="{C5F9A213-973C-402F-983D-AD15C79CED5A}" destId="{AA7956D8-C664-41A2-A89B-88781A04B737}" srcOrd="0" destOrd="1" presId="urn:microsoft.com/office/officeart/2005/8/layout/hProcess6"/>
    <dgm:cxn modelId="{A0335AA3-DA3F-481A-8D8B-88502B8875AB}" type="presOf" srcId="{009628CD-3FAA-44EF-8F65-E585175C2004}" destId="{5C816C58-7201-4B69-AF5B-9AE1C87FE599}" srcOrd="0" destOrd="0" presId="urn:microsoft.com/office/officeart/2005/8/layout/hProcess6"/>
    <dgm:cxn modelId="{4C4750A9-C821-4D85-BE8C-C591240C6C2E}" type="presOf" srcId="{FB551AD5-079F-4BF1-B57C-9D6B966E86D3}" destId="{F822DFC2-F05B-4D0D-8C8E-DD57994AC912}" srcOrd="0" destOrd="4" presId="urn:microsoft.com/office/officeart/2005/8/layout/hProcess6"/>
    <dgm:cxn modelId="{7F3EFDB3-1E7C-4FCC-8BF9-01A85A694563}" type="presOf" srcId="{D34441D8-1014-4218-A4A0-7B8A68FE95E9}" destId="{DB2E5C09-E5C8-4FF8-9713-8F61561C9C0E}" srcOrd="1" destOrd="1" presId="urn:microsoft.com/office/officeart/2005/8/layout/hProcess6"/>
    <dgm:cxn modelId="{06028EC6-30A4-44B2-BC55-64452C938339}" srcId="{D80E1A25-F149-447D-95C3-AE4E88FB5E01}" destId="{24B5DBE8-B309-4C05-898B-02F88BDCCE9E}" srcOrd="0" destOrd="0" parTransId="{9152D983-F1DF-42EB-BFAC-53EC04E3133E}" sibTransId="{57C69E69-6D46-44AC-A933-358E8F378565}"/>
    <dgm:cxn modelId="{358874CA-5B94-4FE0-ADBD-7A368F02652F}" type="presOf" srcId="{24B5DBE8-B309-4C05-898B-02F88BDCCE9E}" destId="{FA058292-95A8-47B6-9F9F-0DADB52C5BD9}" srcOrd="1" destOrd="0" presId="urn:microsoft.com/office/officeart/2005/8/layout/hProcess6"/>
    <dgm:cxn modelId="{456CCFCA-13E1-4425-9CED-0990AFED257D}" srcId="{D80E1A25-F149-447D-95C3-AE4E88FB5E01}" destId="{6580B9CD-2EB7-4B79-A03E-E1B9E1DCEDE0}" srcOrd="2" destOrd="0" parTransId="{A5D8532A-0BE5-4C48-911D-B02AB335D8DD}" sibTransId="{D7FCA8EB-DB96-4004-A662-448006569915}"/>
    <dgm:cxn modelId="{29E874D5-0CCD-4A94-914A-14E88AFE66FC}" srcId="{D80E1A25-F149-447D-95C3-AE4E88FB5E01}" destId="{C5F9A213-973C-402F-983D-AD15C79CED5A}" srcOrd="1" destOrd="0" parTransId="{763BF84C-5125-495C-97BD-C0EEA5989675}" sibTransId="{237F5A2F-D2C6-494B-9A48-F7BCBD4D0CC3}"/>
    <dgm:cxn modelId="{87C80BDB-2402-40F8-9858-D2752FE3B6B9}" srcId="{009628CD-3FAA-44EF-8F65-E585175C2004}" destId="{D80E1A25-F149-447D-95C3-AE4E88FB5E01}" srcOrd="0" destOrd="0" parTransId="{7DC484FE-B27C-4EF3-8A9D-9EAF6F094057}" sibTransId="{DF577D16-BF6A-436E-B9C3-4ECDAA716BE0}"/>
    <dgm:cxn modelId="{327FF7DB-B368-4C4F-B6C3-F9A85F1A4C43}" srcId="{5E235E81-9448-4CAF-A25D-6FF20B34A42F}" destId="{D34441D8-1014-4218-A4A0-7B8A68FE95E9}" srcOrd="1" destOrd="0" parTransId="{A199AFFC-1AA6-4D0C-AEC8-1BC0895A08EB}" sibTransId="{E2748629-0DAC-4D24-8F19-A6F7787417E5}"/>
    <dgm:cxn modelId="{3ACE3EEE-AA43-4DE2-812B-7B005EE5A290}" srcId="{5E235E81-9448-4CAF-A25D-6FF20B34A42F}" destId="{FB551AD5-079F-4BF1-B57C-9D6B966E86D3}" srcOrd="4" destOrd="0" parTransId="{2F48114E-1F1A-48F3-B09A-C09B870E067C}" sibTransId="{6C2C1593-6D9E-4775-BE6D-5487EDD74A30}"/>
    <dgm:cxn modelId="{1D4A39F2-FD1A-4B68-9C5A-5DEEC42B4824}" type="presOf" srcId="{6580B9CD-2EB7-4B79-A03E-E1B9E1DCEDE0}" destId="{FA058292-95A8-47B6-9F9F-0DADB52C5BD9}" srcOrd="1" destOrd="2" presId="urn:microsoft.com/office/officeart/2005/8/layout/hProcess6"/>
    <dgm:cxn modelId="{6455DFF3-7033-4D6D-B3D8-5B129547295D}" srcId="{5E235E81-9448-4CAF-A25D-6FF20B34A42F}" destId="{FE70B604-0A66-4E0E-A5B3-8449D9CA270E}" srcOrd="0" destOrd="0" parTransId="{5F826DF2-FF77-4411-AAC5-BACAEAD932AE}" sibTransId="{5C5B9547-0E01-4AA0-8986-4C47CC17B1EC}"/>
    <dgm:cxn modelId="{AD83C5FB-361C-4637-A59F-682A6E20E60C}" type="presOf" srcId="{EEC95042-EB7D-44E1-BB3B-E5841F7D397C}" destId="{DB2E5C09-E5C8-4FF8-9713-8F61561C9C0E}" srcOrd="1" destOrd="2" presId="urn:microsoft.com/office/officeart/2005/8/layout/hProcess6"/>
    <dgm:cxn modelId="{90D17CFD-0FD3-4E33-8E81-B42E2A07EE1B}" type="presOf" srcId="{C5F9A213-973C-402F-983D-AD15C79CED5A}" destId="{FA058292-95A8-47B6-9F9F-0DADB52C5BD9}" srcOrd="1" destOrd="1" presId="urn:microsoft.com/office/officeart/2005/8/layout/hProcess6"/>
    <dgm:cxn modelId="{584671EC-8CED-4482-9D12-02882B57D8E7}" type="presParOf" srcId="{5C816C58-7201-4B69-AF5B-9AE1C87FE599}" destId="{05C6E6F2-65D9-43FB-A239-1E2F9495204A}" srcOrd="0" destOrd="0" presId="urn:microsoft.com/office/officeart/2005/8/layout/hProcess6"/>
    <dgm:cxn modelId="{A75DD0E3-F6E7-4A90-9A91-5AB1B313D2CD}" type="presParOf" srcId="{05C6E6F2-65D9-43FB-A239-1E2F9495204A}" destId="{7379C576-66B3-4EB9-B903-92400495E274}" srcOrd="0" destOrd="0" presId="urn:microsoft.com/office/officeart/2005/8/layout/hProcess6"/>
    <dgm:cxn modelId="{36C28576-8404-4D9A-A970-25C16022EAB1}" type="presParOf" srcId="{05C6E6F2-65D9-43FB-A239-1E2F9495204A}" destId="{AA7956D8-C664-41A2-A89B-88781A04B737}" srcOrd="1" destOrd="0" presId="urn:microsoft.com/office/officeart/2005/8/layout/hProcess6"/>
    <dgm:cxn modelId="{2E6E4239-E8CC-4C5A-924C-AF121A329B30}" type="presParOf" srcId="{05C6E6F2-65D9-43FB-A239-1E2F9495204A}" destId="{FA058292-95A8-47B6-9F9F-0DADB52C5BD9}" srcOrd="2" destOrd="0" presId="urn:microsoft.com/office/officeart/2005/8/layout/hProcess6"/>
    <dgm:cxn modelId="{B90FD5A9-6425-474D-A232-F98C31D897BC}" type="presParOf" srcId="{05C6E6F2-65D9-43FB-A239-1E2F9495204A}" destId="{558AD2B9-5508-4BD0-99FD-CAD78390CAB5}" srcOrd="3" destOrd="0" presId="urn:microsoft.com/office/officeart/2005/8/layout/hProcess6"/>
    <dgm:cxn modelId="{9F420879-8D2C-4109-8499-8D72D5B8F5FC}" type="presParOf" srcId="{5C816C58-7201-4B69-AF5B-9AE1C87FE599}" destId="{D4BA9DD9-69AC-4BAA-9CF3-A06D82D3504E}" srcOrd="1" destOrd="0" presId="urn:microsoft.com/office/officeart/2005/8/layout/hProcess6"/>
    <dgm:cxn modelId="{06553A8E-5236-48E8-8D40-B93F2BC6408E}" type="presParOf" srcId="{5C816C58-7201-4B69-AF5B-9AE1C87FE599}" destId="{850D7EEF-2C81-498E-BBD6-ECC2E32B8B9B}" srcOrd="2" destOrd="0" presId="urn:microsoft.com/office/officeart/2005/8/layout/hProcess6"/>
    <dgm:cxn modelId="{A288F2F9-9F1D-4BCA-92F9-4B123ADE3A8D}" type="presParOf" srcId="{850D7EEF-2C81-498E-BBD6-ECC2E32B8B9B}" destId="{C103B302-45AC-4A3E-B4B6-E5795D65AA9F}" srcOrd="0" destOrd="0" presId="urn:microsoft.com/office/officeart/2005/8/layout/hProcess6"/>
    <dgm:cxn modelId="{252FD530-8DCD-47CC-A0EA-A71A166C7DA9}" type="presParOf" srcId="{850D7EEF-2C81-498E-BBD6-ECC2E32B8B9B}" destId="{F822DFC2-F05B-4D0D-8C8E-DD57994AC912}" srcOrd="1" destOrd="0" presId="urn:microsoft.com/office/officeart/2005/8/layout/hProcess6"/>
    <dgm:cxn modelId="{C4C6B3A2-E25E-4E5B-9803-351BFADDDF72}" type="presParOf" srcId="{850D7EEF-2C81-498E-BBD6-ECC2E32B8B9B}" destId="{DB2E5C09-E5C8-4FF8-9713-8F61561C9C0E}" srcOrd="2" destOrd="0" presId="urn:microsoft.com/office/officeart/2005/8/layout/hProcess6"/>
    <dgm:cxn modelId="{AF3C0EA8-13C5-4EAA-8566-AB2E1C8003DC}" type="presParOf" srcId="{850D7EEF-2C81-498E-BBD6-ECC2E32B8B9B}" destId="{9D008A7F-FF7D-4A49-9A63-4B612BA7FE69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956D8-C664-41A2-A89B-88781A04B737}">
      <dsp:nvSpPr>
        <dsp:cNvPr id="0" name=""/>
        <dsp:cNvSpPr/>
      </dsp:nvSpPr>
      <dsp:spPr>
        <a:xfrm>
          <a:off x="1026015" y="646478"/>
          <a:ext cx="4103548" cy="358701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Plummer conditions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Brute force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BHT</a:t>
          </a:r>
        </a:p>
      </dsp:txBody>
      <dsp:txXfrm>
        <a:off x="2051902" y="1184531"/>
        <a:ext cx="2000480" cy="2510912"/>
      </dsp:txXfrm>
    </dsp:sp>
    <dsp:sp modelId="{558AD2B9-5508-4BD0-99FD-CAD78390CAB5}">
      <dsp:nvSpPr>
        <dsp:cNvPr id="0" name=""/>
        <dsp:cNvSpPr/>
      </dsp:nvSpPr>
      <dsp:spPr>
        <a:xfrm>
          <a:off x="128" y="1414100"/>
          <a:ext cx="2051774" cy="20517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Simplified Arabic Fixed" panose="02070309020205020404" pitchFamily="49" charset="-78"/>
              <a:cs typeface="Simplified Arabic Fixed" panose="02070309020205020404" pitchFamily="49" charset="-78"/>
            </a:rPr>
            <a:t>binary</a:t>
          </a:r>
        </a:p>
      </dsp:txBody>
      <dsp:txXfrm>
        <a:off x="300603" y="1714575"/>
        <a:ext cx="1450824" cy="1450824"/>
      </dsp:txXfrm>
    </dsp:sp>
    <dsp:sp modelId="{F822DFC2-F05B-4D0D-8C8E-DD57994AC912}">
      <dsp:nvSpPr>
        <dsp:cNvPr id="0" name=""/>
        <dsp:cNvSpPr/>
      </dsp:nvSpPr>
      <dsp:spPr>
        <a:xfrm>
          <a:off x="6411923" y="646478"/>
          <a:ext cx="4103548" cy="358701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600" i="1" kern="1200" dirty="0" smtClean="0">
                  <a:latin typeface="Cambria Math" panose="02040503050406030204" pitchFamily="18" charset="0"/>
                </a:rPr>
                <m:t>𝑁</m:t>
              </m:r>
              <m:r>
                <a:rPr lang="en-US" sz="1600" i="1" kern="1200" dirty="0" smtClean="0">
                  <a:latin typeface="Cambria Math" panose="02040503050406030204" pitchFamily="18" charset="0"/>
                </a:rPr>
                <m:t>=5</m:t>
              </m:r>
            </m:oMath>
          </a14:m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Mass ratio </a:t>
          </a: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</a:rPr>
                <m:t>=0.03</m:t>
              </m:r>
            </m:oMath>
          </a14:m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</a:rPr>
                <m:t>𝜂</m:t>
              </m:r>
              <m:r>
                <a:rPr lang="en-US" sz="1600" b="0" i="1" kern="1200" smtClean="0">
                  <a:latin typeface="Cambria Math" panose="02040503050406030204" pitchFamily="18" charset="0"/>
                </a:rPr>
                <m:t>=0.15</m:t>
              </m:r>
            </m:oMath>
          </a14:m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Plummer conditions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BHT</a:t>
          </a:r>
        </a:p>
      </dsp:txBody>
      <dsp:txXfrm>
        <a:off x="7437810" y="1184531"/>
        <a:ext cx="2000480" cy="2510912"/>
      </dsp:txXfrm>
    </dsp:sp>
    <dsp:sp modelId="{9D008A7F-FF7D-4A49-9A63-4B612BA7FE69}">
      <dsp:nvSpPr>
        <dsp:cNvPr id="0" name=""/>
        <dsp:cNvSpPr/>
      </dsp:nvSpPr>
      <dsp:spPr>
        <a:xfrm>
          <a:off x="5386035" y="1414100"/>
          <a:ext cx="2051774" cy="20517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Simplified Arabic Fixed" panose="02070309020205020404" pitchFamily="49" charset="-78"/>
              <a:cs typeface="Simplified Arabic Fixed" panose="02070309020205020404" pitchFamily="49" charset="-78"/>
            </a:rPr>
            <a:t>visualize_evolution</a:t>
          </a:r>
          <a:endParaRPr lang="en-US" sz="2400" kern="1200" dirty="0">
            <a:latin typeface="Simplified Arabic Fixed" panose="02070309020205020404" pitchFamily="49" charset="-78"/>
            <a:cs typeface="Simplified Arabic Fixed" panose="02070309020205020404" pitchFamily="49" charset="-78"/>
          </a:endParaRPr>
        </a:p>
      </dsp:txBody>
      <dsp:txXfrm>
        <a:off x="5686510" y="1714575"/>
        <a:ext cx="1450824" cy="1450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7T05:08:07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1119 184 24575,'-47'0'0,"-129"-4"0,143 2 0,0-3 0,0 0 0,-42-14 0,55 13 0,1 1 0,-2 0 0,1 2 0,0 0 0,-42 0 0,48 4 0,0 1 0,0 0 0,0 0 0,1 2 0,-1 0 0,1 0 0,-1 1 0,1 1 0,-17 10 0,-13 6 0,30-15 0,0-1 0,1 1 0,-16 12 0,10-6 0,-39 21 0,45-28 0,-1 0 0,1 1 0,1 1 0,-1 0 0,1 1 0,1 0 0,-19 20 0,24-21 0,0 0 0,1 1 0,0-1 0,-4 13 0,5-11 0,-2 0 0,-9 18 0,5-12 0,0 0 0,2 1 0,0 0 0,0 0 0,2 1 0,0 0 0,1 0 0,-2 23 0,1 20 0,4 69 0,1-98 0,1-14 0,1 0 0,0 0 0,2-1 0,0 1 0,0-1 0,2 0 0,0 0 0,1-1 0,0 0 0,2 0 0,0 0 0,0-1 0,2-1 0,0 0 0,0 0 0,1-1 0,1 0 0,23 17 0,-12-16 0,0-2 0,1 0 0,0-2 0,0-1 0,38 9 0,-34-11 0,1-2 0,0-1 0,34 1 0,93-7 0,-58 0 0,688 2 0,-763 0 0,-1-2 0,0-1 0,0-1 0,0-1 0,36-12 0,-37 7 0,0-1 0,-2-1 0,1 0 0,21-19 0,-17 13 0,50-28 0,-59 38 0,-1-1 0,0-1 0,0 0 0,0-1 0,-2-1 0,1 0 0,-2-1 0,21-26 0,-29 32 0,0 1 0,-1-1 0,0 0 0,0 0 0,-1 0 0,0-1 0,0 1 0,-1 0 0,2-15 0,-2-8 0,-3-35 0,0 27 0,2 16 0,1 7 0,-1 1 0,-1 0 0,-1-1 0,0 1 0,0 0 0,-1 0 0,-7-17 0,-19-36 0,-46-79 0,51 102 0,18 30 0,-1 2 0,0-1 0,-1 1 0,-9-12 0,-14-8 0,-1 2 0,-2 1 0,-1 2 0,0 1 0,-67-35 0,79 50 0,-1 1 0,0 2 0,-1 0 0,-43-6 0,43 9 0,-15-1 0,0 2 0,0 1 0,-60 5 0,29 0 0,65-2 0,-1 0 0,1 1 0,0 0 0,-1 0 0,1 0 0,0 1 0,0 0 0,-11 5 0,5 0 0,0 1 0,0 0 0,-10 10 0,-30 19 323,35-26-885,0 0-1,-17 17 0,20-13-6263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DB931-62F3-41BD-98C4-F33D04F9673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A9E3F-38CA-48BD-BFEC-8470607DB3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9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 C:\Users\ricco\OneDrive\Desktop\Grad_Schools\Schools\UC_Riverside\PHYS_206\nbuddies&gt; python .\main.py -n 5 --</a:t>
            </a:r>
            <a:r>
              <a:rPr lang="en-US" dirty="0" err="1"/>
              <a:t>no_binary</a:t>
            </a:r>
            <a:r>
              <a:rPr lang="en-US" dirty="0"/>
              <a:t> --</a:t>
            </a:r>
            <a:r>
              <a:rPr lang="en-US" dirty="0" err="1"/>
              <a:t>m_ratio</a:t>
            </a:r>
            <a:r>
              <a:rPr lang="en-US" dirty="0"/>
              <a:t> 0.03 --eta 0.15</a:t>
            </a:r>
          </a:p>
          <a:p>
            <a:r>
              <a:rPr lang="en-US" dirty="0"/>
              <a:t>Running simulation with: </a:t>
            </a:r>
            <a:r>
              <a:rPr lang="en-US" dirty="0" err="1"/>
              <a:t>n_bh</a:t>
            </a:r>
            <a:r>
              <a:rPr lang="en-US" dirty="0"/>
              <a:t>=5, </a:t>
            </a:r>
            <a:r>
              <a:rPr lang="en-US" dirty="0" err="1"/>
              <a:t>use_tree</a:t>
            </a:r>
            <a:r>
              <a:rPr lang="en-US" dirty="0"/>
              <a:t>=True, </a:t>
            </a:r>
            <a:r>
              <a:rPr lang="en-US" dirty="0" err="1"/>
              <a:t>do_brute</a:t>
            </a:r>
            <a:r>
              <a:rPr lang="en-US" dirty="0"/>
              <a:t>=False, </a:t>
            </a:r>
            <a:r>
              <a:rPr lang="en-US" dirty="0" err="1"/>
              <a:t>make_comp</a:t>
            </a:r>
            <a:r>
              <a:rPr lang="en-US" dirty="0"/>
              <a:t>=False, </a:t>
            </a:r>
            <a:r>
              <a:rPr lang="en-US" dirty="0" err="1"/>
              <a:t>do_binary</a:t>
            </a:r>
            <a:r>
              <a:rPr lang="en-US" dirty="0"/>
              <a:t>=False, </a:t>
            </a:r>
            <a:r>
              <a:rPr lang="en-US" dirty="0" err="1"/>
              <a:t>m_ratio</a:t>
            </a:r>
            <a:r>
              <a:rPr lang="en-US" dirty="0"/>
              <a:t>=0.03, eta=0.15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A9E3F-38CA-48BD-BFEC-8470607DB3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7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ffplay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A9E3F-38CA-48BD-BFEC-8470607DB3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3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A9E3F-38CA-48BD-BFEC-8470607DB3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24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ffplay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A9E3F-38CA-48BD-BFEC-8470607DB3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3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1D0C7A-80EF-6F9F-968B-831089863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F9CED7E-D490-BF51-37B5-7061FA3CB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26904D-D773-7452-5B9E-12CAD064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682D3-AB43-4E71-9F92-20BD578E8E68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5F93A3-D134-EF90-5E2E-29992D7BF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96ADF1-B369-9DC2-AB17-7C3223CA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4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3E98CC-A53C-2284-FBEE-3491ECA8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72F937-B117-1803-7A70-C488D971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2E3CB4-FF56-6E2E-88FA-730956AA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2F1D0-B8B9-4E34-BCD3-1D05A808992D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A5246E-D3A9-887A-1CB4-83E2E51F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D9469F-186F-9C01-C679-3A437DB99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3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D688FC-3DB6-91E5-3A3B-7F4478CD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6C17AF-3BDD-4D99-D017-10C5B709E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EA99A6-51C8-ACBD-2ED6-63338E1D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C97C-CB9F-4158-8111-F6F4F87338D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AF1B37-33DE-EED9-85DD-5C9C23FE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5F87F6-F146-757D-09F6-5C4A9122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6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63ABEC-DE56-C686-E20F-F41D7FB8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B79AF6-C3AE-DB4B-B85E-FADEA95B9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7318CBB-3CD0-E006-FE59-A544399C7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84BADE-F811-3937-6968-3C29B01E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B3C26-078A-42D5-8C9E-1DAFA5B7910B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EF9E917-7C20-FB06-96B4-3B9FD7B2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E30375-F282-2EEC-B2C4-4E50EE31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38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1995EC-A52F-8B76-48F5-CF316B4A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DDCE702-B6CC-FD63-C26F-ECA5A584C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23AB89A-B9A1-1269-407B-09EA211E7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0DC00A-8126-DA51-74A8-47AACEE2E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4415321-40D4-361C-0257-CF848DD15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A101073-6CD5-6E01-64A8-4381FB68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4FB57-91BC-475A-B13E-325ACFEFC6D8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7078A8F-9D13-782D-7F97-7692FB01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48603AA-7788-9DDB-C6ED-805E73A2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0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3CE2B3-7003-1EE3-2DE7-B7E82B966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7ED61D2-F163-CD7B-0B82-7AEFCFB7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D5554-45F6-4E8B-8191-D9558150E197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9FA1E91-8676-4F4B-F721-F3BB675B4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359068-F7B9-A50A-9585-70B49A5C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2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03AFC5C-61D1-9209-73D3-32CE6A40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61201-4338-49DB-95BD-8E2799052948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9F542C7-43EC-6C20-EE1E-66FE2238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458BD1-4C26-2F89-D779-5D1325F0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1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AE338-39CB-6493-68A8-933595D73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FDDC02-0E74-E0AF-55F0-15069D0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89E5E43-0475-B152-7F08-B2C84E707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C304E0-EB90-2E86-7DF2-D39B0FEE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72C2A-7207-4DB8-B490-970A980E8225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23651A7-6EF0-D511-EA70-7701CE4D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D1BE3CB-2F37-5C12-BE01-9CDDA1E7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97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4FB5B9-2DB2-65A9-3C21-E18C4B21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7652169-7F3B-C328-866A-1B5324D5D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3F98D83-CA9D-984F-FAB8-7E232FE3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008E090-578C-2034-63F9-00A6CB99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9E77F-8DB1-4EBF-95BE-F72598EB81C3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5126807-B940-E7FD-434C-F9FEC856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738C05-43E7-D07D-07AE-B043F4AA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6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FDC5EE-2993-44DC-3B3B-0267F214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EB80E72-A55F-0762-D54E-2C485D101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AA08F5-FA3F-6A8A-21D4-787D3D3B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CE24-ADD9-4510-A2F6-ECD51DF588CE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10FF4E-46DA-B42F-CFA4-C1F4FBE2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0191AA-5110-4C59-1155-C3B06F3A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3BB5522-C3F7-0D14-D594-89549465A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9A1BA0-9B66-7040-8FC3-41824310C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F1AE30-B548-AE96-05FE-B7CE7CD7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C31-751D-430C-99F1-E885E18D649A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D53020-743E-2A2F-5570-8044C860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FEFA72-43C6-1293-71CD-379E8021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5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5693E55-173C-305C-3A51-608718AB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786E76-BB5A-2F26-0E75-98F48159C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41BBB3-387B-1D9F-6107-F15BB728B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9F6B8-E701-4638-82BF-846A7AEA1B3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D04FF6-2AED-F14E-5F69-4BB7618BD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FD9664-4976-C50E-9361-E632696DA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A6FCD-8C88-41B2-9284-0542ABA575B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8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ricco\OneDrive\Desktop\Grad_Schools\Schools\UC_Riverside\PHYS_206\nbuddies\trajectories_2BH_5e+16_10_0.1_plummer_tree.mkv" TargetMode="External"/><Relationship Id="rId2" Type="http://schemas.openxmlformats.org/officeDocument/2006/relationships/hyperlink" Target="file:///C:\Users\ricco\OneDrive\Desktop\Grad_Schools\Schools\UC_Riverside\PHYS_206\nbuddies\trajectories_2BH_5e+16_10_0.1_plummer_brute.mkv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ricco\OneDrive\Desktop\Grad_Schools\Schools\UC_Riverside\PHYS_206\nbuddies\trajectories_5BH_5e+16_10_0.15_plummer_tree.mkv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ricco\OneDrive\Desktop\Grad_Schools\Schools\UC_Riverside\PHYS_206\nbuddies\main.p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78F84F1-0C47-CDB3-C241-E20810867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Simulation Results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5F7A186-88D0-BD41-CD89-18961D2A6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7 November 2025</a:t>
            </a:r>
          </a:p>
          <a:p>
            <a:pPr algn="l"/>
            <a:r>
              <a:rPr lang="en-US" dirty="0"/>
              <a:t>Ricco Venterea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3031FD-554C-8AAD-9A4A-B1EDA31A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PHYS 206: Computational Astrophysics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1D7A29-4077-30D2-935C-125714D9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DA82C769-052E-47F7-8B2A-3F7EC42ACD8E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11/7/2025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E15AE1-85F3-D0E5-4BFD-8BA80F21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B9A6FCD-8C88-41B2-9284-0542ABA575B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75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130D54-CEB0-FD94-A248-ABE0AE02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Segnaposto contenuto 3">
                <a:extLst>
                  <a:ext uri="{FF2B5EF4-FFF2-40B4-BE49-F238E27FC236}">
                    <a16:creationId xmlns:a16="http://schemas.microsoft.com/office/drawing/2014/main" id="{637EA9C5-EA68-26FB-427F-4581E6A424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61257"/>
                  </p:ext>
                </p:extLst>
              </p:nvPr>
            </p:nvGraphicFramePr>
            <p:xfrm>
              <a:off x="838200" y="1825624"/>
              <a:ext cx="10515600" cy="48799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4" name="Segnaposto contenuto 3">
                <a:extLst>
                  <a:ext uri="{FF2B5EF4-FFF2-40B4-BE49-F238E27FC236}">
                    <a16:creationId xmlns:a16="http://schemas.microsoft.com/office/drawing/2014/main" id="{637EA9C5-EA68-26FB-427F-4581E6A424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61257"/>
                  </p:ext>
                </p:extLst>
              </p:nvPr>
            </p:nvGraphicFramePr>
            <p:xfrm>
              <a:off x="838200" y="1825624"/>
              <a:ext cx="10515600" cy="48799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FD666EA-FC4E-1564-7F89-7829D361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4C96-CE7A-4C08-9D87-3503C3C591D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00C454-EB82-062C-740C-371827D4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05C16E-6F28-D011-54DB-63DEEE50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9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51F6C0-F29C-13EC-F3FC-B40C6965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binary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8640F5-5A2A-B8FD-A000-A9557B741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>
                <a:hlinkClick r:id="rId2" action="ppaction://hlinkfile"/>
              </a:rPr>
              <a:t>Brute Force Result</a:t>
            </a:r>
            <a:endParaRPr lang="en-US" sz="2200" dirty="0"/>
          </a:p>
          <a:p>
            <a:r>
              <a:rPr lang="en-US" sz="2200" dirty="0">
                <a:hlinkClick r:id="rId3" action="ppaction://hlinkfile"/>
              </a:rPr>
              <a:t>BHT Tree Result</a:t>
            </a:r>
            <a:endParaRPr lang="en-US" sz="2200" dirty="0"/>
          </a:p>
        </p:txBody>
      </p:sp>
      <p:pic>
        <p:nvPicPr>
          <p:cNvPr id="8" name="Immagine 7" descr="Immagine che contiene diagramma, testo, linea, schizzo&#10;&#10;Il contenuto generato dall'IA potrebbe non essere corretto.">
            <a:extLst>
              <a:ext uri="{FF2B5EF4-FFF2-40B4-BE49-F238E27FC236}">
                <a16:creationId xmlns:a16="http://schemas.microsoft.com/office/drawing/2014/main" id="{3151435C-F27D-E724-9587-52A13DD47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363" y="640080"/>
            <a:ext cx="5452338" cy="5577840"/>
          </a:xfrm>
          <a:prstGeom prst="rect">
            <a:avLst/>
          </a:pr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05B616-05DE-5A87-3C35-C837BDEA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6321A-5AB1-4614-B012-FC5CD9692418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05F254-B57C-1DB2-8DFB-2618C4BF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22D021-3917-5237-0279-55BC1209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6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7AE05BA-82C3-266C-2BF6-E10F0D52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rgbClr val="FFFFFF"/>
                </a:solidFill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visualize_evolution</a:t>
            </a:r>
            <a:endParaRPr lang="en-US" sz="2500" kern="1200" dirty="0">
              <a:solidFill>
                <a:srgbClr val="FFFFFF"/>
              </a:solidFill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</p:txBody>
      </p:sp>
      <p:pic>
        <p:nvPicPr>
          <p:cNvPr id="11" name="Segnaposto contenuto 10" descr="Immagine che contiene diagramma, schizzo, testo&#10;&#10;Il contenuto generato dall'IA potrebbe non essere corretto.">
            <a:hlinkClick r:id="rId3" action="ppaction://hlinkfile"/>
            <a:extLst>
              <a:ext uri="{FF2B5EF4-FFF2-40B4-BE49-F238E27FC236}">
                <a16:creationId xmlns:a16="http://schemas.microsoft.com/office/drawing/2014/main" id="{A1C4C20C-A486-80B6-484A-CDA084420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473789" y="643466"/>
            <a:ext cx="5387753" cy="5568739"/>
          </a:xfrm>
          <a:prstGeom prst="rect">
            <a:avLst/>
          </a:prstGeom>
        </p:spPr>
      </p:pic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D452629-F44F-BF60-F85C-61E85900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62103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PHYS 206: Computational Astrophysics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A5C8CF-A8BE-CEF2-A1C2-7F81693E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42248" y="6356350"/>
            <a:ext cx="199720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0714A6A4-5FC8-473A-B441-2E05493D7BDD}" type="datetime1">
              <a:rPr lang="en-US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11/7/2025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B2AE1B-7D13-E622-0A64-C11DDF72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B9A6FCD-8C88-41B2-9284-0542ABA575B6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78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EB17D2D-63EB-D8AE-1112-C8CD74CA6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4121A8A-36B5-F4B9-3A14-6C5D2E5EA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BA748BB-6A16-5EF2-7355-4A3AA3A7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DA88-0DD7-45AA-A54D-7EBB74358F82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6CDB05F-3C10-E7DB-92DB-EE007441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F83B77-EE10-45C9-7C16-42F05258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4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15369B-252E-7B85-4E78-05BB9DE3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implified Arabic Fixed" panose="02070309020205020404" pitchFamily="49" charset="-78"/>
              </a:rPr>
              <a:t>Some Guiding Questions…</a:t>
            </a:r>
            <a:endParaRPr lang="en-US" dirty="0">
              <a:cs typeface="Simplified Arabic Fixed" panose="02070309020205020404" pitchFamily="49" charset="-78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904282-F527-316E-C835-5BFFD2F13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/>
              <a:t>Could we have a progress bar instead of outputting percentage of time elapsed?</a:t>
            </a:r>
          </a:p>
          <a:p>
            <a:pPr lvl="1"/>
            <a:r>
              <a:rPr lang="en-US" sz="2800"/>
              <a:t>Add </a:t>
            </a:r>
            <a:r>
              <a:rPr lang="en-US" sz="280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data/</a:t>
            </a:r>
            <a:r>
              <a:rPr lang="en-US" sz="2800"/>
              <a:t> and </a:t>
            </a:r>
            <a:r>
              <a:rPr lang="en-US" sz="280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movie_dump/</a:t>
            </a:r>
            <a:r>
              <a:rPr lang="en-US" sz="2800"/>
              <a:t> to </a:t>
            </a:r>
            <a:r>
              <a:rPr lang="en-US" sz="280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.gitignore</a:t>
            </a:r>
            <a:r>
              <a:rPr lang="en-US" sz="2800"/>
              <a:t>?</a:t>
            </a:r>
          </a:p>
          <a:p>
            <a:pPr lvl="1"/>
            <a:r>
              <a:rPr lang="en-US" sz="2800"/>
              <a:t>Can we display the number of black holes in our trajectory plots?</a:t>
            </a:r>
          </a:p>
          <a:p>
            <a:pPr lvl="1"/>
            <a:endParaRPr lang="en-US" sz="2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2E02E9E-E22F-E07F-27D6-AE8F7DE1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2D8C-3FA3-4BC8-9A0C-9D9F6BC719E2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10A6EA-11E1-9CBA-4CBC-DAEBBF9E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EBA985-1E2D-0BCB-7904-48BDEEBA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7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D50F32E-59C2-35EA-A385-FDF5D102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evolution2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9E967D1-8EF9-05DC-91EA-7D849F0BF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		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3C156CF7-0EAC-B8C7-AE17-06D6F6C700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3986" y="2709479"/>
            <a:ext cx="5157787" cy="3275779"/>
          </a:xfrm>
          <a:prstGeom prst="rect">
            <a:avLst/>
          </a:prstGeom>
        </p:spPr>
      </p:pic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21D6541C-AE15-0281-E293-EAF5D5C69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After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3BB5FABF-5964-CF61-A2B2-C9515573804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E1E8AB9-CEEB-26F6-44C4-64D862E57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71" y="3821113"/>
            <a:ext cx="6648645" cy="1016569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A74B9A5-28A9-F48F-D77B-22A7DFD0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4B4FE-1E07-4B36-85C5-353128917E46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308C76-91B7-1CA3-EB2C-6B95015E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B61B8B0F-794F-ED21-8F2F-FEC010D56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2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7CEF1B-2A69-CE56-ED1B-1F87EB3F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visualizations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CB19318-ED16-4F3E-F309-194F2B33F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8744" y="1659113"/>
            <a:ext cx="4711388" cy="4833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B3C80565-4D06-1E4A-C93F-B0125A226B0F}"/>
                  </a:ext>
                </a:extLst>
              </p14:cNvPr>
              <p14:cNvContentPartPr/>
              <p14:nvPr/>
            </p14:nvContentPartPr>
            <p14:xfrm>
              <a:off x="4364657" y="1544640"/>
              <a:ext cx="765000" cy="45936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B3C80565-4D06-1E4A-C93F-B0125A226B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5657" y="1535640"/>
                <a:ext cx="782640" cy="477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B163DB8-62B7-D612-2B34-46E889FF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F0D6-4AA3-4A56-B74E-B86DF8B21C10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88A0E2D-5AA5-5FC6-6FB1-7485CD731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723F5C6-96AB-8EC8-0911-0A4AEF60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4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D07B4F76-8536-62D9-583C-D1C37A2B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visualize_evolution</a:t>
            </a:r>
            <a:endParaRPr lang="en-US" dirty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7DC8F8A-FD71-5A09-A4D1-67397E4C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possible to create a single file where all parameters are tuned by user in the command line?</a:t>
            </a:r>
          </a:p>
          <a:p>
            <a:pPr lvl="1"/>
            <a:r>
              <a:rPr lang="en-US" dirty="0"/>
              <a:t>Insert </a:t>
            </a:r>
            <a:r>
              <a:rPr lang="en-US" dirty="0">
                <a:latin typeface="Simplified Arabic Fixed" panose="02070309020205020404" pitchFamily="49" charset="-78"/>
                <a:cs typeface="Simplified Arabic Fixed" panose="02070309020205020404" pitchFamily="49" charset="-78"/>
                <a:hlinkClick r:id="rId2" action="ppaction://hlinkfile"/>
              </a:rPr>
              <a:t>main.py</a:t>
            </a:r>
            <a:endParaRPr lang="en-US" dirty="0">
              <a:latin typeface="Simplified Arabic Fixed" panose="02070309020205020404" pitchFamily="49" charset="-78"/>
              <a:cs typeface="Simplified Arabic Fixed" panose="02070309020205020404" pitchFamily="49" charset="-78"/>
            </a:endParaRP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DEB327A-7F67-FFAD-4B60-796A62B3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E9E1D-A0C7-4287-93D3-CC05B410F9AF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2298733-B0D8-0EA9-756A-ED752EF9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FAB8D3-6FE3-5142-A7D7-CFE2900E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4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B45A39-59B3-33B1-E9BD-5689ECE4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Outline of Repo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08DAD4-AC39-B0A7-707D-3DF6800D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BlackHoles_Struct</a:t>
            </a:r>
            <a:r>
              <a:rPr lang="en-US" dirty="0"/>
              <a:t> -&gt; class definition of black holes (BHs)</a:t>
            </a:r>
          </a:p>
          <a:p>
            <a:r>
              <a:rPr lang="en-US" dirty="0"/>
              <a:t>Forces -&gt; calculate acceleration, jerk, snap, Barnes-Hut node approximation</a:t>
            </a:r>
          </a:p>
          <a:p>
            <a:r>
              <a:rPr lang="en-US" dirty="0"/>
              <a:t>ICs -&gt; set and generate initial conditions using Plummer</a:t>
            </a:r>
          </a:p>
          <a:p>
            <a:r>
              <a:rPr lang="en-US" dirty="0"/>
              <a:t>binary -&gt; run simulation (line 158)</a:t>
            </a:r>
          </a:p>
          <a:p>
            <a:r>
              <a:rPr lang="en-US" dirty="0" err="1"/>
              <a:t>binary_analytical</a:t>
            </a:r>
            <a:r>
              <a:rPr lang="en-US" dirty="0"/>
              <a:t> -&gt; class definition of analytical check on binary BHs to ensure conservation of physical quantities</a:t>
            </a:r>
          </a:p>
          <a:p>
            <a:r>
              <a:rPr lang="en-US" dirty="0"/>
              <a:t>evolution2 -&gt; time step code (Euler, adaptive, etc.)</a:t>
            </a:r>
          </a:p>
          <a:p>
            <a:r>
              <a:rPr lang="en-US" dirty="0" err="1"/>
              <a:t>gravitree</a:t>
            </a:r>
            <a:r>
              <a:rPr lang="en-US" dirty="0"/>
              <a:t> -&gt; class definition of node using Barnes-Hut algorithm</a:t>
            </a:r>
          </a:p>
          <a:p>
            <a:r>
              <a:rPr lang="en-US" dirty="0"/>
              <a:t>visualizations -&gt; create </a:t>
            </a:r>
            <a:r>
              <a:rPr lang="en-US" dirty="0" err="1"/>
              <a:t>mkv</a:t>
            </a:r>
            <a:r>
              <a:rPr lang="en-US" dirty="0"/>
              <a:t> movie along with BH animation tail</a:t>
            </a:r>
          </a:p>
          <a:p>
            <a:r>
              <a:rPr lang="en-US" dirty="0" err="1"/>
              <a:t>visualizations_comparisons</a:t>
            </a:r>
            <a:r>
              <a:rPr lang="en-US" dirty="0"/>
              <a:t> -&gt; create </a:t>
            </a:r>
            <a:r>
              <a:rPr lang="en-US" dirty="0" err="1"/>
              <a:t>mkv</a:t>
            </a:r>
            <a:r>
              <a:rPr lang="en-US" dirty="0"/>
              <a:t> movie comparing Barnes-Hut algorithm to brute force method</a:t>
            </a:r>
          </a:p>
          <a:p>
            <a:r>
              <a:rPr lang="en-US" dirty="0" err="1"/>
              <a:t>visualize_evolution</a:t>
            </a:r>
            <a:r>
              <a:rPr lang="en-US" dirty="0"/>
              <a:t> -&gt; run before making PR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3A8EB2-4642-837E-1020-AD014012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D8CDE-D9A7-431C-90EB-2676EB1D9D4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8B2E7-45B0-F7FE-E3D7-253241C4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66775B-D531-716D-1E9C-9435137C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6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880B6B-457F-41ED-1C31-CAB4A14F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D6CA19-E99E-53C8-C9F5-386E19D52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D3A7A1-C43F-7573-EFBD-FDA442BB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2F1D0-B8B9-4E34-BCD3-1D05A808992D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EE40C2-622A-10B7-0506-8FB195AE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PHYS 206: Computational Astrophysics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A0A27E-D8EE-0562-1C3F-BEA2DC28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A6FCD-8C88-41B2-9284-0542ABA575B6}" type="slidenum">
              <a:rPr lang="en-US" smtClean="0"/>
              <a:t>11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04D81B6-13AB-9E60-050C-3A4708DAC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5310"/>
            <a:ext cx="12192000" cy="76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87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406</Words>
  <Application>Microsoft Office PowerPoint</Application>
  <PresentationFormat>Widescreen</PresentationFormat>
  <Paragraphs>82</Paragraphs>
  <Slides>11</Slides>
  <Notes>4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Simplified Arabic Fixed</vt:lpstr>
      <vt:lpstr>Tema di Office</vt:lpstr>
      <vt:lpstr>Simulation Results</vt:lpstr>
      <vt:lpstr>Workflow</vt:lpstr>
      <vt:lpstr>binary</vt:lpstr>
      <vt:lpstr>visualize_evolution</vt:lpstr>
      <vt:lpstr>Improvements</vt:lpstr>
      <vt:lpstr>Some Guiding Questions…</vt:lpstr>
      <vt:lpstr>evolution2</vt:lpstr>
      <vt:lpstr>visualizations</vt:lpstr>
      <vt:lpstr>visualize_evolution</vt:lpstr>
      <vt:lpstr>General Outline of Repo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Ricco Venterea</dc:creator>
  <cp:lastModifiedBy>Ricco Venterea</cp:lastModifiedBy>
  <cp:revision>13</cp:revision>
  <dcterms:created xsi:type="dcterms:W3CDTF">2025-11-04T04:48:58Z</dcterms:created>
  <dcterms:modified xsi:type="dcterms:W3CDTF">2025-11-07T16:20:29Z</dcterms:modified>
  <cp:contentStatus>Finale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